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74" r:id="rId5"/>
    <p:sldId id="275" r:id="rId6"/>
    <p:sldId id="276" r:id="rId7"/>
    <p:sldId id="261" r:id="rId8"/>
    <p:sldId id="263" r:id="rId9"/>
    <p:sldId id="265" r:id="rId10"/>
    <p:sldId id="262" r:id="rId11"/>
    <p:sldId id="266" r:id="rId12"/>
    <p:sldId id="267" r:id="rId13"/>
    <p:sldId id="268" r:id="rId14"/>
    <p:sldId id="269" r:id="rId15"/>
    <p:sldId id="270" r:id="rId16"/>
    <p:sldId id="271" r:id="rId17"/>
    <p:sldId id="272" r:id="rId18"/>
    <p:sldId id="273" r:id="rId19"/>
    <p:sldId id="259" r:id="rId20"/>
  </p:sldIdLst>
  <p:sldSz cx="12192000" cy="6858000"/>
  <p:notesSz cx="6858000" cy="9144000"/>
  <p:embeddedFontLst>
    <p:embeddedFont>
      <p:font typeface="Lato Black" panose="020F0502020204030203" pitchFamily="34" charset="0"/>
      <p:bold r:id="rId22"/>
      <p:boldItalic r:id="rId23"/>
    </p:embeddedFont>
    <p:embeddedFont>
      <p:font typeface="Libre Baskerville" panose="02000000000000000000" pitchFamily="2" charset="0"/>
      <p:regular r:id="rId24"/>
      <p:bold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hikesh Landge" userId="274c6d252e2e2779" providerId="LiveId" clId="{B898252A-72B4-4196-8F60-9592756021AB}"/>
    <pc:docChg chg="undo custSel addSld delSld modSld sldOrd">
      <pc:chgData name="Rushikesh Landge" userId="274c6d252e2e2779" providerId="LiveId" clId="{B898252A-72B4-4196-8F60-9592756021AB}" dt="2025-12-19T15:15:18.142" v="1085" actId="2696"/>
      <pc:docMkLst>
        <pc:docMk/>
      </pc:docMkLst>
      <pc:sldChg chg="del">
        <pc:chgData name="Rushikesh Landge" userId="274c6d252e2e2779" providerId="LiveId" clId="{B898252A-72B4-4196-8F60-9592756021AB}" dt="2025-12-19T15:15:18.142" v="1085" actId="2696"/>
        <pc:sldMkLst>
          <pc:docMk/>
          <pc:sldMk cId="106952494" sldId="260"/>
        </pc:sldMkLst>
      </pc:sldChg>
      <pc:sldChg chg="addSp modSp mod">
        <pc:chgData name="Rushikesh Landge" userId="274c6d252e2e2779" providerId="LiveId" clId="{B898252A-72B4-4196-8F60-9592756021AB}" dt="2025-12-19T12:59:04.751" v="4" actId="1076"/>
        <pc:sldMkLst>
          <pc:docMk/>
          <pc:sldMk cId="1365316211" sldId="261"/>
        </pc:sldMkLst>
        <pc:picChg chg="add mod">
          <ac:chgData name="Rushikesh Landge" userId="274c6d252e2e2779" providerId="LiveId" clId="{B898252A-72B4-4196-8F60-9592756021AB}" dt="2025-12-19T12:59:04.751" v="4" actId="1076"/>
          <ac:picMkLst>
            <pc:docMk/>
            <pc:sldMk cId="1365316211" sldId="261"/>
            <ac:picMk id="4" creationId="{E11DB5C3-1CD2-55A5-F722-2BC4DBCF843E}"/>
          </ac:picMkLst>
        </pc:picChg>
      </pc:sldChg>
      <pc:sldChg chg="addSp delSp modSp mod">
        <pc:chgData name="Rushikesh Landge" userId="274c6d252e2e2779" providerId="LiveId" clId="{B898252A-72B4-4196-8F60-9592756021AB}" dt="2025-12-19T14:05:50.779" v="580" actId="14100"/>
        <pc:sldMkLst>
          <pc:docMk/>
          <pc:sldMk cId="2165896787" sldId="262"/>
        </pc:sldMkLst>
        <pc:spChg chg="add mod">
          <ac:chgData name="Rushikesh Landge" userId="274c6d252e2e2779" providerId="LiveId" clId="{B898252A-72B4-4196-8F60-9592756021AB}" dt="2025-12-19T13:18:53.117" v="359" actId="1076"/>
          <ac:spMkLst>
            <pc:docMk/>
            <pc:sldMk cId="2165896787" sldId="262"/>
            <ac:spMk id="3" creationId="{8ECE1AA9-E7EA-64EF-FBC7-159F0DC5949B}"/>
          </ac:spMkLst>
        </pc:spChg>
        <pc:spChg chg="add del mod">
          <ac:chgData name="Rushikesh Landge" userId="274c6d252e2e2779" providerId="LiveId" clId="{B898252A-72B4-4196-8F60-9592756021AB}" dt="2025-12-19T14:05:32.173" v="573"/>
          <ac:spMkLst>
            <pc:docMk/>
            <pc:sldMk cId="2165896787" sldId="262"/>
            <ac:spMk id="4" creationId="{6BCA02F4-0430-46C6-D8EC-282B8A2BE3D5}"/>
          </ac:spMkLst>
        </pc:spChg>
        <pc:spChg chg="add mod">
          <ac:chgData name="Rushikesh Landge" userId="274c6d252e2e2779" providerId="LiveId" clId="{B898252A-72B4-4196-8F60-9592756021AB}" dt="2025-12-19T14:05:50.779" v="580" actId="14100"/>
          <ac:spMkLst>
            <pc:docMk/>
            <pc:sldMk cId="2165896787" sldId="262"/>
            <ac:spMk id="6" creationId="{8E51EA8D-5375-9266-BFCA-0DC24A813BA3}"/>
          </ac:spMkLst>
        </pc:spChg>
        <pc:spChg chg="add mod">
          <ac:chgData name="Rushikesh Landge" userId="274c6d252e2e2779" providerId="LiveId" clId="{B898252A-72B4-4196-8F60-9592756021AB}" dt="2025-12-19T13:19:24.481" v="364" actId="1076"/>
          <ac:spMkLst>
            <pc:docMk/>
            <pc:sldMk cId="2165896787" sldId="262"/>
            <ac:spMk id="7" creationId="{4BF00514-2E4E-BA00-E65A-F2CD0AA4F187}"/>
          </ac:spMkLst>
        </pc:spChg>
        <pc:picChg chg="add mod">
          <ac:chgData name="Rushikesh Landge" userId="274c6d252e2e2779" providerId="LiveId" clId="{B898252A-72B4-4196-8F60-9592756021AB}" dt="2025-12-19T13:19:42.049" v="369" actId="1076"/>
          <ac:picMkLst>
            <pc:docMk/>
            <pc:sldMk cId="2165896787" sldId="262"/>
            <ac:picMk id="5" creationId="{3C689324-8850-2273-7811-3D5629829FA9}"/>
          </ac:picMkLst>
        </pc:picChg>
        <pc:picChg chg="add mod">
          <ac:chgData name="Rushikesh Landge" userId="274c6d252e2e2779" providerId="LiveId" clId="{B898252A-72B4-4196-8F60-9592756021AB}" dt="2025-12-19T13:19:45.702" v="372" actId="14100"/>
          <ac:picMkLst>
            <pc:docMk/>
            <pc:sldMk cId="2165896787" sldId="262"/>
            <ac:picMk id="9" creationId="{2D58D11A-4782-7F52-8C0B-AB290EDB7C1E}"/>
          </ac:picMkLst>
        </pc:picChg>
      </pc:sldChg>
      <pc:sldChg chg="addSp delSp modSp new mod">
        <pc:chgData name="Rushikesh Landge" userId="274c6d252e2e2779" providerId="LiveId" clId="{B898252A-72B4-4196-8F60-9592756021AB}" dt="2025-12-19T15:00:27.465" v="826" actId="14100"/>
        <pc:sldMkLst>
          <pc:docMk/>
          <pc:sldMk cId="767629024" sldId="263"/>
        </pc:sldMkLst>
        <pc:spChg chg="add mod">
          <ac:chgData name="Rushikesh Landge" userId="274c6d252e2e2779" providerId="LiveId" clId="{B898252A-72B4-4196-8F60-9592756021AB}" dt="2025-12-19T13:00:55.872" v="58" actId="113"/>
          <ac:spMkLst>
            <pc:docMk/>
            <pc:sldMk cId="767629024" sldId="263"/>
            <ac:spMk id="3" creationId="{BF141A99-BBF8-64F6-6BE3-000F5FEE95DC}"/>
          </ac:spMkLst>
        </pc:spChg>
        <pc:spChg chg="add mod">
          <ac:chgData name="Rushikesh Landge" userId="274c6d252e2e2779" providerId="LiveId" clId="{B898252A-72B4-4196-8F60-9592756021AB}" dt="2025-12-19T15:00:18.773" v="823" actId="20577"/>
          <ac:spMkLst>
            <pc:docMk/>
            <pc:sldMk cId="767629024" sldId="263"/>
            <ac:spMk id="6" creationId="{B6427976-CD75-A160-A132-9ED0D090CF84}"/>
          </ac:spMkLst>
        </pc:spChg>
        <pc:spChg chg="add del mod">
          <ac:chgData name="Rushikesh Landge" userId="274c6d252e2e2779" providerId="LiveId" clId="{B898252A-72B4-4196-8F60-9592756021AB}" dt="2025-12-19T14:59:08.043" v="771"/>
          <ac:spMkLst>
            <pc:docMk/>
            <pc:sldMk cId="767629024" sldId="263"/>
            <ac:spMk id="7" creationId="{AEAADFDC-8409-66A4-97EF-347596A37B3F}"/>
          </ac:spMkLst>
        </pc:spChg>
        <pc:spChg chg="add mod">
          <ac:chgData name="Rushikesh Landge" userId="274c6d252e2e2779" providerId="LiveId" clId="{B898252A-72B4-4196-8F60-9592756021AB}" dt="2025-12-19T14:59:21.639" v="783" actId="20577"/>
          <ac:spMkLst>
            <pc:docMk/>
            <pc:sldMk cId="767629024" sldId="263"/>
            <ac:spMk id="10" creationId="{62A3E95B-D0E4-1084-C4E4-9162299253EE}"/>
          </ac:spMkLst>
        </pc:spChg>
        <pc:spChg chg="add mod">
          <ac:chgData name="Rushikesh Landge" userId="274c6d252e2e2779" providerId="LiveId" clId="{B898252A-72B4-4196-8F60-9592756021AB}" dt="2025-12-19T14:59:35.921" v="808" actId="20577"/>
          <ac:spMkLst>
            <pc:docMk/>
            <pc:sldMk cId="767629024" sldId="263"/>
            <ac:spMk id="13" creationId="{D78F5AA9-3BAC-085F-01CC-334DE2FFDA73}"/>
          </ac:spMkLst>
        </pc:spChg>
        <pc:spChg chg="add del mod">
          <ac:chgData name="Rushikesh Landge" userId="274c6d252e2e2779" providerId="LiveId" clId="{B898252A-72B4-4196-8F60-9592756021AB}" dt="2025-12-19T14:59:38.939" v="811"/>
          <ac:spMkLst>
            <pc:docMk/>
            <pc:sldMk cId="767629024" sldId="263"/>
            <ac:spMk id="16" creationId="{201DF29E-38FC-3E5F-B2EA-2822D3EDABD0}"/>
          </ac:spMkLst>
        </pc:spChg>
        <pc:spChg chg="add del mod">
          <ac:chgData name="Rushikesh Landge" userId="274c6d252e2e2779" providerId="LiveId" clId="{B898252A-72B4-4196-8F60-9592756021AB}" dt="2025-12-19T14:59:27.023" v="793"/>
          <ac:spMkLst>
            <pc:docMk/>
            <pc:sldMk cId="767629024" sldId="263"/>
            <ac:spMk id="21" creationId="{38D459E7-7EFD-CD82-BB85-81D10D08EEC0}"/>
          </ac:spMkLst>
        </pc:spChg>
        <pc:picChg chg="add mod">
          <ac:chgData name="Rushikesh Landge" userId="274c6d252e2e2779" providerId="LiveId" clId="{B898252A-72B4-4196-8F60-9592756021AB}" dt="2025-12-19T15:00:27.465" v="826" actId="14100"/>
          <ac:picMkLst>
            <pc:docMk/>
            <pc:sldMk cId="767629024" sldId="263"/>
            <ac:picMk id="5" creationId="{E78087BB-ECE0-46D7-C809-4679367C7D1B}"/>
          </ac:picMkLst>
        </pc:picChg>
        <pc:picChg chg="add del mod">
          <ac:chgData name="Rushikesh Landge" userId="274c6d252e2e2779" providerId="LiveId" clId="{B898252A-72B4-4196-8F60-9592756021AB}" dt="2025-12-19T14:58:51.250" v="765" actId="478"/>
          <ac:picMkLst>
            <pc:docMk/>
            <pc:sldMk cId="767629024" sldId="263"/>
            <ac:picMk id="9" creationId="{851D6F73-8A8D-2200-AA02-2F32B877B9EC}"/>
          </ac:picMkLst>
        </pc:picChg>
        <pc:picChg chg="add del mod">
          <ac:chgData name="Rushikesh Landge" userId="274c6d252e2e2779" providerId="LiveId" clId="{B898252A-72B4-4196-8F60-9592756021AB}" dt="2025-12-19T14:59:15.044" v="772" actId="478"/>
          <ac:picMkLst>
            <pc:docMk/>
            <pc:sldMk cId="767629024" sldId="263"/>
            <ac:picMk id="12" creationId="{145730CB-4EF8-233F-3726-901BC812B04B}"/>
          </ac:picMkLst>
        </pc:picChg>
        <pc:picChg chg="add del mod">
          <ac:chgData name="Rushikesh Landge" userId="274c6d252e2e2779" providerId="LiveId" clId="{B898252A-72B4-4196-8F60-9592756021AB}" dt="2025-12-19T14:59:38.927" v="809" actId="478"/>
          <ac:picMkLst>
            <pc:docMk/>
            <pc:sldMk cId="767629024" sldId="263"/>
            <ac:picMk id="15" creationId="{EEBD1A4E-428A-6B57-6453-4DB687FB6639}"/>
          </ac:picMkLst>
        </pc:picChg>
        <pc:picChg chg="add del mod">
          <ac:chgData name="Rushikesh Landge" userId="274c6d252e2e2779" providerId="LiveId" clId="{B898252A-72B4-4196-8F60-9592756021AB}" dt="2025-12-19T14:59:28.020" v="794" actId="478"/>
          <ac:picMkLst>
            <pc:docMk/>
            <pc:sldMk cId="767629024" sldId="263"/>
            <ac:picMk id="18" creationId="{FC26C9F7-510A-F56B-7D1B-3A039E16166A}"/>
          </ac:picMkLst>
        </pc:picChg>
        <pc:picChg chg="add del mod">
          <ac:chgData name="Rushikesh Landge" userId="274c6d252e2e2779" providerId="LiveId" clId="{B898252A-72B4-4196-8F60-9592756021AB}" dt="2025-12-19T14:59:23.165" v="784" actId="478"/>
          <ac:picMkLst>
            <pc:docMk/>
            <pc:sldMk cId="767629024" sldId="263"/>
            <ac:picMk id="20" creationId="{267C2038-A56F-77B8-014F-740471336A23}"/>
          </ac:picMkLst>
        </pc:picChg>
      </pc:sldChg>
      <pc:sldChg chg="addSp delSp modSp new del mod">
        <pc:chgData name="Rushikesh Landge" userId="274c6d252e2e2779" providerId="LiveId" clId="{B898252A-72B4-4196-8F60-9592756021AB}" dt="2025-12-19T15:00:05.849" v="813" actId="2696"/>
        <pc:sldMkLst>
          <pc:docMk/>
          <pc:sldMk cId="2929035898" sldId="264"/>
        </pc:sldMkLst>
        <pc:spChg chg="add del mod">
          <ac:chgData name="Rushikesh Landge" userId="274c6d252e2e2779" providerId="LiveId" clId="{B898252A-72B4-4196-8F60-9592756021AB}" dt="2025-12-19T14:59:51.465" v="812" actId="478"/>
          <ac:spMkLst>
            <pc:docMk/>
            <pc:sldMk cId="2929035898" sldId="264"/>
            <ac:spMk id="2" creationId="{E5046D31-F7C9-7057-FB6C-5DB1CE28365C}"/>
          </ac:spMkLst>
        </pc:spChg>
        <pc:spChg chg="add del mod">
          <ac:chgData name="Rushikesh Landge" userId="274c6d252e2e2779" providerId="LiveId" clId="{B898252A-72B4-4196-8F60-9592756021AB}" dt="2025-12-19T14:59:51.465" v="812" actId="478"/>
          <ac:spMkLst>
            <pc:docMk/>
            <pc:sldMk cId="2929035898" sldId="264"/>
            <ac:spMk id="5" creationId="{A611B24E-7777-478D-D9A5-54E97F7626C5}"/>
          </ac:spMkLst>
        </pc:spChg>
        <pc:spChg chg="add del mod">
          <ac:chgData name="Rushikesh Landge" userId="274c6d252e2e2779" providerId="LiveId" clId="{B898252A-72B4-4196-8F60-9592756021AB}" dt="2025-12-19T14:59:51.465" v="812" actId="478"/>
          <ac:spMkLst>
            <pc:docMk/>
            <pc:sldMk cId="2929035898" sldId="264"/>
            <ac:spMk id="8" creationId="{7AAB1D95-6920-3A47-6F77-57E3C1D38034}"/>
          </ac:spMkLst>
        </pc:spChg>
        <pc:spChg chg="add del mod">
          <ac:chgData name="Rushikesh Landge" userId="274c6d252e2e2779" providerId="LiveId" clId="{B898252A-72B4-4196-8F60-9592756021AB}" dt="2025-12-19T13:11:14.779" v="211"/>
          <ac:spMkLst>
            <pc:docMk/>
            <pc:sldMk cId="2929035898" sldId="264"/>
            <ac:spMk id="11" creationId="{00FCE3B7-1C7E-A289-3490-7AA3A6AF1E83}"/>
          </ac:spMkLst>
        </pc:spChg>
        <pc:spChg chg="add del mod">
          <ac:chgData name="Rushikesh Landge" userId="274c6d252e2e2779" providerId="LiveId" clId="{B898252A-72B4-4196-8F60-9592756021AB}" dt="2025-12-19T14:59:51.465" v="812" actId="478"/>
          <ac:spMkLst>
            <pc:docMk/>
            <pc:sldMk cId="2929035898" sldId="264"/>
            <ac:spMk id="12" creationId="{E201D33F-5574-F3EF-FA16-1AF9D7AC9739}"/>
          </ac:spMkLst>
        </pc:spChg>
        <pc:spChg chg="add del mod">
          <ac:chgData name="Rushikesh Landge" userId="274c6d252e2e2779" providerId="LiveId" clId="{B898252A-72B4-4196-8F60-9592756021AB}" dt="2025-12-19T14:59:51.465" v="812" actId="478"/>
          <ac:spMkLst>
            <pc:docMk/>
            <pc:sldMk cId="2929035898" sldId="264"/>
            <ac:spMk id="15" creationId="{24943A90-BD11-A3A9-ABC1-4D78B3BB192D}"/>
          </ac:spMkLst>
        </pc:spChg>
        <pc:spChg chg="add del mod">
          <ac:chgData name="Rushikesh Landge" userId="274c6d252e2e2779" providerId="LiveId" clId="{B898252A-72B4-4196-8F60-9592756021AB}" dt="2025-12-19T14:59:51.465" v="812" actId="478"/>
          <ac:spMkLst>
            <pc:docMk/>
            <pc:sldMk cId="2929035898" sldId="264"/>
            <ac:spMk id="18" creationId="{7A3520CC-8AA5-AEC7-0A61-7E8EE33DF1BD}"/>
          </ac:spMkLst>
        </pc:spChg>
        <pc:spChg chg="add del mod">
          <ac:chgData name="Rushikesh Landge" userId="274c6d252e2e2779" providerId="LiveId" clId="{B898252A-72B4-4196-8F60-9592756021AB}" dt="2025-12-19T14:59:51.465" v="812" actId="478"/>
          <ac:spMkLst>
            <pc:docMk/>
            <pc:sldMk cId="2929035898" sldId="264"/>
            <ac:spMk id="21" creationId="{3327579C-0935-A0DC-903A-2F1BD11FCD98}"/>
          </ac:spMkLst>
        </pc:spChg>
        <pc:spChg chg="add del mod">
          <ac:chgData name="Rushikesh Landge" userId="274c6d252e2e2779" providerId="LiveId" clId="{B898252A-72B4-4196-8F60-9592756021AB}" dt="2025-12-19T14:59:51.465" v="812" actId="478"/>
          <ac:spMkLst>
            <pc:docMk/>
            <pc:sldMk cId="2929035898" sldId="264"/>
            <ac:spMk id="24" creationId="{7909793E-74A9-87EB-ADC0-D2707539A819}"/>
          </ac:spMkLst>
        </pc:spChg>
        <pc:picChg chg="add del mod">
          <ac:chgData name="Rushikesh Landge" userId="274c6d252e2e2779" providerId="LiveId" clId="{B898252A-72B4-4196-8F60-9592756021AB}" dt="2025-12-19T14:59:51.465" v="812" actId="478"/>
          <ac:picMkLst>
            <pc:docMk/>
            <pc:sldMk cId="2929035898" sldId="264"/>
            <ac:picMk id="4" creationId="{1A07F25D-2E79-2C26-0197-69400050CDE9}"/>
          </ac:picMkLst>
        </pc:picChg>
        <pc:picChg chg="add del mod">
          <ac:chgData name="Rushikesh Landge" userId="274c6d252e2e2779" providerId="LiveId" clId="{B898252A-72B4-4196-8F60-9592756021AB}" dt="2025-12-19T14:59:51.465" v="812" actId="478"/>
          <ac:picMkLst>
            <pc:docMk/>
            <pc:sldMk cId="2929035898" sldId="264"/>
            <ac:picMk id="7" creationId="{0A773832-3C41-43AA-A925-6364D243674F}"/>
          </ac:picMkLst>
        </pc:picChg>
        <pc:picChg chg="add mod">
          <ac:chgData name="Rushikesh Landge" userId="274c6d252e2e2779" providerId="LiveId" clId="{B898252A-72B4-4196-8F60-9592756021AB}" dt="2025-12-19T13:10:25.596" v="208" actId="14100"/>
          <ac:picMkLst>
            <pc:docMk/>
            <pc:sldMk cId="2929035898" sldId="264"/>
            <ac:picMk id="10" creationId="{E43FBD81-E20B-6812-BC77-E97859F91821}"/>
          </ac:picMkLst>
        </pc:picChg>
        <pc:picChg chg="add mod">
          <ac:chgData name="Rushikesh Landge" userId="274c6d252e2e2779" providerId="LiveId" clId="{B898252A-72B4-4196-8F60-9592756021AB}" dt="2025-12-19T13:11:48.558" v="230" actId="14100"/>
          <ac:picMkLst>
            <pc:docMk/>
            <pc:sldMk cId="2929035898" sldId="264"/>
            <ac:picMk id="14" creationId="{997B0D96-1DF7-A891-34BA-60324FE2A888}"/>
          </ac:picMkLst>
        </pc:picChg>
        <pc:picChg chg="add mod">
          <ac:chgData name="Rushikesh Landge" userId="274c6d252e2e2779" providerId="LiveId" clId="{B898252A-72B4-4196-8F60-9592756021AB}" dt="2025-12-19T13:12:30.855" v="247" actId="14100"/>
          <ac:picMkLst>
            <pc:docMk/>
            <pc:sldMk cId="2929035898" sldId="264"/>
            <ac:picMk id="17" creationId="{12127138-C2A9-0650-3DD4-DAA4B06E9043}"/>
          </ac:picMkLst>
        </pc:picChg>
        <pc:picChg chg="add mod">
          <ac:chgData name="Rushikesh Landge" userId="274c6d252e2e2779" providerId="LiveId" clId="{B898252A-72B4-4196-8F60-9592756021AB}" dt="2025-12-19T13:13:17.671" v="269" actId="1076"/>
          <ac:picMkLst>
            <pc:docMk/>
            <pc:sldMk cId="2929035898" sldId="264"/>
            <ac:picMk id="20" creationId="{8855C14B-2CD1-7B2D-6451-F2A0605E75FB}"/>
          </ac:picMkLst>
        </pc:picChg>
        <pc:picChg chg="add mod">
          <ac:chgData name="Rushikesh Landge" userId="274c6d252e2e2779" providerId="LiveId" clId="{B898252A-72B4-4196-8F60-9592756021AB}" dt="2025-12-19T13:14:01.774" v="283" actId="14100"/>
          <ac:picMkLst>
            <pc:docMk/>
            <pc:sldMk cId="2929035898" sldId="264"/>
            <ac:picMk id="23" creationId="{D33D53D8-2F57-2229-4683-9175380DF09F}"/>
          </ac:picMkLst>
        </pc:picChg>
        <pc:picChg chg="add mod">
          <ac:chgData name="Rushikesh Landge" userId="274c6d252e2e2779" providerId="LiveId" clId="{B898252A-72B4-4196-8F60-9592756021AB}" dt="2025-12-19T13:14:43.964" v="304" actId="14100"/>
          <ac:picMkLst>
            <pc:docMk/>
            <pc:sldMk cId="2929035898" sldId="264"/>
            <ac:picMk id="26" creationId="{323D6A3B-0BD4-3B67-21D0-6C545AE95CCD}"/>
          </ac:picMkLst>
        </pc:picChg>
      </pc:sldChg>
      <pc:sldChg chg="addSp delSp modSp new mod">
        <pc:chgData name="Rushikesh Landge" userId="274c6d252e2e2779" providerId="LiveId" clId="{B898252A-72B4-4196-8F60-9592756021AB}" dt="2025-12-19T14:06:27.054" v="593" actId="14100"/>
        <pc:sldMkLst>
          <pc:docMk/>
          <pc:sldMk cId="2498182228" sldId="265"/>
        </pc:sldMkLst>
        <pc:spChg chg="add mod">
          <ac:chgData name="Rushikesh Landge" userId="274c6d252e2e2779" providerId="LiveId" clId="{B898252A-72B4-4196-8F60-9592756021AB}" dt="2025-12-19T13:15:41.825" v="312" actId="404"/>
          <ac:spMkLst>
            <pc:docMk/>
            <pc:sldMk cId="2498182228" sldId="265"/>
            <ac:spMk id="3" creationId="{38E72485-5717-ACAA-4369-1B5FE2C82F2C}"/>
          </ac:spMkLst>
        </pc:spChg>
        <pc:spChg chg="add del mod">
          <ac:chgData name="Rushikesh Landge" userId="274c6d252e2e2779" providerId="LiveId" clId="{B898252A-72B4-4196-8F60-9592756021AB}" dt="2025-12-19T14:06:03.042" v="584"/>
          <ac:spMkLst>
            <pc:docMk/>
            <pc:sldMk cId="2498182228" sldId="265"/>
            <ac:spMk id="4" creationId="{E8217EDC-FDB5-A090-9591-CAEB9F6998E1}"/>
          </ac:spMkLst>
        </pc:spChg>
        <pc:spChg chg="add mod">
          <ac:chgData name="Rushikesh Landge" userId="274c6d252e2e2779" providerId="LiveId" clId="{B898252A-72B4-4196-8F60-9592756021AB}" dt="2025-12-19T13:16:31.190" v="324" actId="14100"/>
          <ac:spMkLst>
            <pc:docMk/>
            <pc:sldMk cId="2498182228" sldId="265"/>
            <ac:spMk id="5" creationId="{CCC534B6-ED9A-73D9-33ED-69DAFB08C766}"/>
          </ac:spMkLst>
        </pc:spChg>
        <pc:spChg chg="add mod">
          <ac:chgData name="Rushikesh Landge" userId="274c6d252e2e2779" providerId="LiveId" clId="{B898252A-72B4-4196-8F60-9592756021AB}" dt="2025-12-19T14:06:22.043" v="591" actId="1076"/>
          <ac:spMkLst>
            <pc:docMk/>
            <pc:sldMk cId="2498182228" sldId="265"/>
            <ac:spMk id="6" creationId="{98876D98-0964-974E-197A-8F654E4C73B5}"/>
          </ac:spMkLst>
        </pc:spChg>
        <pc:spChg chg="add mod">
          <ac:chgData name="Rushikesh Landge" userId="274c6d252e2e2779" providerId="LiveId" clId="{B898252A-72B4-4196-8F60-9592756021AB}" dt="2025-12-19T13:18:07.461" v="348" actId="1076"/>
          <ac:spMkLst>
            <pc:docMk/>
            <pc:sldMk cId="2498182228" sldId="265"/>
            <ac:spMk id="12" creationId="{C612A65A-A31B-5655-B57E-672B3032CD27}"/>
          </ac:spMkLst>
        </pc:spChg>
        <pc:picChg chg="add del mod">
          <ac:chgData name="Rushikesh Landge" userId="274c6d252e2e2779" providerId="LiveId" clId="{B898252A-72B4-4196-8F60-9592756021AB}" dt="2025-12-19T13:17:15.728" v="332" actId="21"/>
          <ac:picMkLst>
            <pc:docMk/>
            <pc:sldMk cId="2498182228" sldId="265"/>
            <ac:picMk id="7" creationId="{60B01188-3A30-2913-1953-8B5BE49D8BEB}"/>
          </ac:picMkLst>
        </pc:picChg>
        <pc:picChg chg="add del mod">
          <ac:chgData name="Rushikesh Landge" userId="274c6d252e2e2779" providerId="LiveId" clId="{B898252A-72B4-4196-8F60-9592756021AB}" dt="2025-12-19T13:17:15.728" v="332" actId="21"/>
          <ac:picMkLst>
            <pc:docMk/>
            <pc:sldMk cId="2498182228" sldId="265"/>
            <ac:picMk id="9" creationId="{0ABE5B7E-5F44-485F-BF00-DF424A8175ED}"/>
          </ac:picMkLst>
        </pc:picChg>
        <pc:picChg chg="add mod">
          <ac:chgData name="Rushikesh Landge" userId="274c6d252e2e2779" providerId="LiveId" clId="{B898252A-72B4-4196-8F60-9592756021AB}" dt="2025-12-19T14:06:27.054" v="593" actId="14100"/>
          <ac:picMkLst>
            <pc:docMk/>
            <pc:sldMk cId="2498182228" sldId="265"/>
            <ac:picMk id="11" creationId="{0D667158-BA8D-152F-CBCB-00A467E148E4}"/>
          </ac:picMkLst>
        </pc:picChg>
        <pc:picChg chg="add mod">
          <ac:chgData name="Rushikesh Landge" userId="274c6d252e2e2779" providerId="LiveId" clId="{B898252A-72B4-4196-8F60-9592756021AB}" dt="2025-12-19T13:18:17.478" v="351" actId="1076"/>
          <ac:picMkLst>
            <pc:docMk/>
            <pc:sldMk cId="2498182228" sldId="265"/>
            <ac:picMk id="14" creationId="{C19A0B14-7370-3829-307B-E4BD4F4D522D}"/>
          </ac:picMkLst>
        </pc:picChg>
      </pc:sldChg>
      <pc:sldChg chg="addSp delSp modSp new mod">
        <pc:chgData name="Rushikesh Landge" userId="274c6d252e2e2779" providerId="LiveId" clId="{B898252A-72B4-4196-8F60-9592756021AB}" dt="2025-12-19T14:04:54.270" v="544" actId="14100"/>
        <pc:sldMkLst>
          <pc:docMk/>
          <pc:sldMk cId="952980189" sldId="266"/>
        </pc:sldMkLst>
        <pc:spChg chg="add mod">
          <ac:chgData name="Rushikesh Landge" userId="274c6d252e2e2779" providerId="LiveId" clId="{B898252A-72B4-4196-8F60-9592756021AB}" dt="2025-12-19T13:20:18.139" v="386" actId="14100"/>
          <ac:spMkLst>
            <pc:docMk/>
            <pc:sldMk cId="952980189" sldId="266"/>
            <ac:spMk id="3" creationId="{5DB9FB1B-E2C5-17A5-BA9B-7B0E1CC34DB1}"/>
          </ac:spMkLst>
        </pc:spChg>
        <pc:spChg chg="add del mod">
          <ac:chgData name="Rushikesh Landge" userId="274c6d252e2e2779" providerId="LiveId" clId="{B898252A-72B4-4196-8F60-9592756021AB}" dt="2025-12-19T14:04:27.955" v="537"/>
          <ac:spMkLst>
            <pc:docMk/>
            <pc:sldMk cId="952980189" sldId="266"/>
            <ac:spMk id="4" creationId="{2635B83D-E167-1CB4-697B-5ACD17EAAF41}"/>
          </ac:spMkLst>
        </pc:spChg>
        <pc:spChg chg="add del mod">
          <ac:chgData name="Rushikesh Landge" userId="274c6d252e2e2779" providerId="LiveId" clId="{B898252A-72B4-4196-8F60-9592756021AB}" dt="2025-12-19T14:04:01.629" v="530" actId="21"/>
          <ac:spMkLst>
            <pc:docMk/>
            <pc:sldMk cId="952980189" sldId="266"/>
            <ac:spMk id="6" creationId="{8D9AA6B4-7B5F-E8E2-09FB-74B6AA457ECA}"/>
          </ac:spMkLst>
        </pc:spChg>
        <pc:spChg chg="add mod">
          <ac:chgData name="Rushikesh Landge" userId="274c6d252e2e2779" providerId="LiveId" clId="{B898252A-72B4-4196-8F60-9592756021AB}" dt="2025-12-19T14:04:54.270" v="544" actId="14100"/>
          <ac:spMkLst>
            <pc:docMk/>
            <pc:sldMk cId="952980189" sldId="266"/>
            <ac:spMk id="8" creationId="{6DF90022-294B-A5F1-B7F0-F0D4E4011687}"/>
          </ac:spMkLst>
        </pc:spChg>
        <pc:spChg chg="add mod">
          <ac:chgData name="Rushikesh Landge" userId="274c6d252e2e2779" providerId="LiveId" clId="{B898252A-72B4-4196-8F60-9592756021AB}" dt="2025-12-19T13:21:12.463" v="394" actId="1076"/>
          <ac:spMkLst>
            <pc:docMk/>
            <pc:sldMk cId="952980189" sldId="266"/>
            <ac:spMk id="9" creationId="{5B977B49-668E-48EC-0CFB-EB9FEDA9ED30}"/>
          </ac:spMkLst>
        </pc:spChg>
        <pc:picChg chg="add mod">
          <ac:chgData name="Rushikesh Landge" userId="274c6d252e2e2779" providerId="LiveId" clId="{B898252A-72B4-4196-8F60-9592756021AB}" dt="2025-12-19T13:20:49.951" v="391" actId="1076"/>
          <ac:picMkLst>
            <pc:docMk/>
            <pc:sldMk cId="952980189" sldId="266"/>
            <ac:picMk id="5" creationId="{C64814AF-C3FC-AFA0-C1BF-E26492BDF376}"/>
          </ac:picMkLst>
        </pc:picChg>
        <pc:picChg chg="add mod">
          <ac:chgData name="Rushikesh Landge" userId="274c6d252e2e2779" providerId="LiveId" clId="{B898252A-72B4-4196-8F60-9592756021AB}" dt="2025-12-19T13:21:17.388" v="397" actId="14100"/>
          <ac:picMkLst>
            <pc:docMk/>
            <pc:sldMk cId="952980189" sldId="266"/>
            <ac:picMk id="7" creationId="{E2976900-797A-87F8-EF0C-B9E8A36BD1BB}"/>
          </ac:picMkLst>
        </pc:picChg>
      </pc:sldChg>
      <pc:sldChg chg="addSp modSp new mod">
        <pc:chgData name="Rushikesh Landge" userId="274c6d252e2e2779" providerId="LiveId" clId="{B898252A-72B4-4196-8F60-9592756021AB}" dt="2025-12-19T14:07:12.093" v="604" actId="14100"/>
        <pc:sldMkLst>
          <pc:docMk/>
          <pc:sldMk cId="1088766857" sldId="267"/>
        </pc:sldMkLst>
        <pc:spChg chg="add mod">
          <ac:chgData name="Rushikesh Landge" userId="274c6d252e2e2779" providerId="LiveId" clId="{B898252A-72B4-4196-8F60-9592756021AB}" dt="2025-12-19T14:07:12.093" v="604" actId="14100"/>
          <ac:spMkLst>
            <pc:docMk/>
            <pc:sldMk cId="1088766857" sldId="267"/>
            <ac:spMk id="2" creationId="{4788591E-0A0A-BC57-ADDD-CC3C19308397}"/>
          </ac:spMkLst>
        </pc:spChg>
        <pc:spChg chg="add mod">
          <ac:chgData name="Rushikesh Landge" userId="274c6d252e2e2779" providerId="LiveId" clId="{B898252A-72B4-4196-8F60-9592756021AB}" dt="2025-12-19T13:22:09.116" v="404" actId="14100"/>
          <ac:spMkLst>
            <pc:docMk/>
            <pc:sldMk cId="1088766857" sldId="267"/>
            <ac:spMk id="3" creationId="{3D6E0C87-7080-B678-9559-493EE18A7B16}"/>
          </ac:spMkLst>
        </pc:spChg>
        <pc:spChg chg="add mod">
          <ac:chgData name="Rushikesh Landge" userId="274c6d252e2e2779" providerId="LiveId" clId="{B898252A-72B4-4196-8F60-9592756021AB}" dt="2025-12-19T13:22:44.871" v="412" actId="1076"/>
          <ac:spMkLst>
            <pc:docMk/>
            <pc:sldMk cId="1088766857" sldId="267"/>
            <ac:spMk id="9" creationId="{C99828D6-EF5F-EB1F-2024-D5E9BBB447A4}"/>
          </ac:spMkLst>
        </pc:spChg>
        <pc:picChg chg="add mod">
          <ac:chgData name="Rushikesh Landge" userId="274c6d252e2e2779" providerId="LiveId" clId="{B898252A-72B4-4196-8F60-9592756021AB}" dt="2025-12-19T13:22:23.677" v="409" actId="14100"/>
          <ac:picMkLst>
            <pc:docMk/>
            <pc:sldMk cId="1088766857" sldId="267"/>
            <ac:picMk id="5" creationId="{09965C16-F677-A7EB-E905-66A443AFE804}"/>
          </ac:picMkLst>
        </pc:picChg>
        <pc:picChg chg="add mod">
          <ac:chgData name="Rushikesh Landge" userId="274c6d252e2e2779" providerId="LiveId" clId="{B898252A-72B4-4196-8F60-9592756021AB}" dt="2025-12-19T13:22:59.535" v="418" actId="14100"/>
          <ac:picMkLst>
            <pc:docMk/>
            <pc:sldMk cId="1088766857" sldId="267"/>
            <ac:picMk id="7" creationId="{D275EBDC-E3AB-5E9F-B437-D14A33CD6F53}"/>
          </ac:picMkLst>
        </pc:picChg>
      </pc:sldChg>
      <pc:sldChg chg="addSp modSp new mod">
        <pc:chgData name="Rushikesh Landge" userId="274c6d252e2e2779" providerId="LiveId" clId="{B898252A-72B4-4196-8F60-9592756021AB}" dt="2025-12-19T14:07:59.058" v="620" actId="20577"/>
        <pc:sldMkLst>
          <pc:docMk/>
          <pc:sldMk cId="3437588097" sldId="268"/>
        </pc:sldMkLst>
        <pc:spChg chg="add mod">
          <ac:chgData name="Rushikesh Landge" userId="274c6d252e2e2779" providerId="LiveId" clId="{B898252A-72B4-4196-8F60-9592756021AB}" dt="2025-12-19T14:07:59.058" v="620" actId="20577"/>
          <ac:spMkLst>
            <pc:docMk/>
            <pc:sldMk cId="3437588097" sldId="268"/>
            <ac:spMk id="2" creationId="{F2707267-CB21-FCE0-5228-77FE9B7B77B0}"/>
          </ac:spMkLst>
        </pc:spChg>
        <pc:spChg chg="add mod">
          <ac:chgData name="Rushikesh Landge" userId="274c6d252e2e2779" providerId="LiveId" clId="{B898252A-72B4-4196-8F60-9592756021AB}" dt="2025-12-19T13:23:27.312" v="427" actId="14100"/>
          <ac:spMkLst>
            <pc:docMk/>
            <pc:sldMk cId="3437588097" sldId="268"/>
            <ac:spMk id="3" creationId="{0D77B0CB-F788-C513-C5E4-5445DE51EC65}"/>
          </ac:spMkLst>
        </pc:spChg>
        <pc:spChg chg="add mod">
          <ac:chgData name="Rushikesh Landge" userId="274c6d252e2e2779" providerId="LiveId" clId="{B898252A-72B4-4196-8F60-9592756021AB}" dt="2025-12-19T13:24:02.852" v="434" actId="1076"/>
          <ac:spMkLst>
            <pc:docMk/>
            <pc:sldMk cId="3437588097" sldId="268"/>
            <ac:spMk id="7" creationId="{9B5A1FA7-1431-288B-1DD5-99930811FEB4}"/>
          </ac:spMkLst>
        </pc:spChg>
        <pc:picChg chg="add mod">
          <ac:chgData name="Rushikesh Landge" userId="274c6d252e2e2779" providerId="LiveId" clId="{B898252A-72B4-4196-8F60-9592756021AB}" dt="2025-12-19T13:23:50.892" v="432" actId="14100"/>
          <ac:picMkLst>
            <pc:docMk/>
            <pc:sldMk cId="3437588097" sldId="268"/>
            <ac:picMk id="5" creationId="{783DDAD4-D8AF-FDD5-AE79-B76422B4FC0E}"/>
          </ac:picMkLst>
        </pc:picChg>
        <pc:picChg chg="add mod">
          <ac:chgData name="Rushikesh Landge" userId="274c6d252e2e2779" providerId="LiveId" clId="{B898252A-72B4-4196-8F60-9592756021AB}" dt="2025-12-19T13:24:38.408" v="436" actId="1076"/>
          <ac:picMkLst>
            <pc:docMk/>
            <pc:sldMk cId="3437588097" sldId="268"/>
            <ac:picMk id="9" creationId="{9DD41FA3-2B99-008E-4636-D88D64239657}"/>
          </ac:picMkLst>
        </pc:picChg>
      </pc:sldChg>
      <pc:sldChg chg="addSp modSp new mod">
        <pc:chgData name="Rushikesh Landge" userId="274c6d252e2e2779" providerId="LiveId" clId="{B898252A-72B4-4196-8F60-9592756021AB}" dt="2025-12-19T14:08:43.625" v="634" actId="120"/>
        <pc:sldMkLst>
          <pc:docMk/>
          <pc:sldMk cId="3518555105" sldId="269"/>
        </pc:sldMkLst>
        <pc:spChg chg="add mod">
          <ac:chgData name="Rushikesh Landge" userId="274c6d252e2e2779" providerId="LiveId" clId="{B898252A-72B4-4196-8F60-9592756021AB}" dt="2025-12-19T14:08:43.625" v="634" actId="120"/>
          <ac:spMkLst>
            <pc:docMk/>
            <pc:sldMk cId="3518555105" sldId="269"/>
            <ac:spMk id="2" creationId="{023485E0-271E-EA58-B461-F5A3C446B3DF}"/>
          </ac:spMkLst>
        </pc:spChg>
        <pc:spChg chg="add mod">
          <ac:chgData name="Rushikesh Landge" userId="274c6d252e2e2779" providerId="LiveId" clId="{B898252A-72B4-4196-8F60-9592756021AB}" dt="2025-12-19T13:25:12.956" v="443" actId="14100"/>
          <ac:spMkLst>
            <pc:docMk/>
            <pc:sldMk cId="3518555105" sldId="269"/>
            <ac:spMk id="3" creationId="{18C93CE2-5398-F562-FC51-D22D6EC11EC3}"/>
          </ac:spMkLst>
        </pc:spChg>
        <pc:spChg chg="add mod">
          <ac:chgData name="Rushikesh Landge" userId="274c6d252e2e2779" providerId="LiveId" clId="{B898252A-72B4-4196-8F60-9592756021AB}" dt="2025-12-19T13:25:39.709" v="450" actId="1076"/>
          <ac:spMkLst>
            <pc:docMk/>
            <pc:sldMk cId="3518555105" sldId="269"/>
            <ac:spMk id="7" creationId="{37DB6927-04B8-6CE0-F2AD-44CFBDBC9684}"/>
          </ac:spMkLst>
        </pc:spChg>
        <pc:picChg chg="add mod">
          <ac:chgData name="Rushikesh Landge" userId="274c6d252e2e2779" providerId="LiveId" clId="{B898252A-72B4-4196-8F60-9592756021AB}" dt="2025-12-19T13:25:31.797" v="448" actId="14100"/>
          <ac:picMkLst>
            <pc:docMk/>
            <pc:sldMk cId="3518555105" sldId="269"/>
            <ac:picMk id="5" creationId="{1D4CED44-1DDD-57C2-2CFB-5448DD731CD5}"/>
          </ac:picMkLst>
        </pc:picChg>
        <pc:picChg chg="add mod">
          <ac:chgData name="Rushikesh Landge" userId="274c6d252e2e2779" providerId="LiveId" clId="{B898252A-72B4-4196-8F60-9592756021AB}" dt="2025-12-19T13:25:49.585" v="453" actId="14100"/>
          <ac:picMkLst>
            <pc:docMk/>
            <pc:sldMk cId="3518555105" sldId="269"/>
            <ac:picMk id="9" creationId="{4FAC3B5C-AABB-F53A-C857-FAD19D961E63}"/>
          </ac:picMkLst>
        </pc:picChg>
      </pc:sldChg>
      <pc:sldChg chg="addSp modSp new mod">
        <pc:chgData name="Rushikesh Landge" userId="274c6d252e2e2779" providerId="LiveId" clId="{B898252A-72B4-4196-8F60-9592756021AB}" dt="2025-12-19T14:09:37.432" v="650" actId="14100"/>
        <pc:sldMkLst>
          <pc:docMk/>
          <pc:sldMk cId="3363660587" sldId="270"/>
        </pc:sldMkLst>
        <pc:spChg chg="add mod">
          <ac:chgData name="Rushikesh Landge" userId="274c6d252e2e2779" providerId="LiveId" clId="{B898252A-72B4-4196-8F60-9592756021AB}" dt="2025-12-19T14:09:37.432" v="650" actId="14100"/>
          <ac:spMkLst>
            <pc:docMk/>
            <pc:sldMk cId="3363660587" sldId="270"/>
            <ac:spMk id="2" creationId="{AB931A02-9CEB-3784-7E00-CFE2B9CEED64}"/>
          </ac:spMkLst>
        </pc:spChg>
        <pc:spChg chg="add mod">
          <ac:chgData name="Rushikesh Landge" userId="274c6d252e2e2779" providerId="LiveId" clId="{B898252A-72B4-4196-8F60-9592756021AB}" dt="2025-12-19T13:26:45.684" v="464" actId="20577"/>
          <ac:spMkLst>
            <pc:docMk/>
            <pc:sldMk cId="3363660587" sldId="270"/>
            <ac:spMk id="3" creationId="{387B23B7-63AF-4283-C8E1-098EA4501DF4}"/>
          </ac:spMkLst>
        </pc:spChg>
        <pc:spChg chg="add mod">
          <ac:chgData name="Rushikesh Landge" userId="274c6d252e2e2779" providerId="LiveId" clId="{B898252A-72B4-4196-8F60-9592756021AB}" dt="2025-12-19T13:27:12.027" v="470" actId="1076"/>
          <ac:spMkLst>
            <pc:docMk/>
            <pc:sldMk cId="3363660587" sldId="270"/>
            <ac:spMk id="9" creationId="{5015CA13-734F-E0A0-D861-8984C0A4042E}"/>
          </ac:spMkLst>
        </pc:spChg>
        <pc:picChg chg="add mod">
          <ac:chgData name="Rushikesh Landge" userId="274c6d252e2e2779" providerId="LiveId" clId="{B898252A-72B4-4196-8F60-9592756021AB}" dt="2025-12-19T13:26:55.884" v="467" actId="14100"/>
          <ac:picMkLst>
            <pc:docMk/>
            <pc:sldMk cId="3363660587" sldId="270"/>
            <ac:picMk id="5" creationId="{61D5D7C3-20AE-21DA-B788-77FAFDB53EDA}"/>
          </ac:picMkLst>
        </pc:picChg>
        <pc:picChg chg="add mod">
          <ac:chgData name="Rushikesh Landge" userId="274c6d252e2e2779" providerId="LiveId" clId="{B898252A-72B4-4196-8F60-9592756021AB}" dt="2025-12-19T13:27:13.931" v="471" actId="1076"/>
          <ac:picMkLst>
            <pc:docMk/>
            <pc:sldMk cId="3363660587" sldId="270"/>
            <ac:picMk id="7" creationId="{544BBF7F-96C9-F389-9D98-DE3F987AFD79}"/>
          </ac:picMkLst>
        </pc:picChg>
      </pc:sldChg>
      <pc:sldChg chg="addSp modSp new mod">
        <pc:chgData name="Rushikesh Landge" userId="274c6d252e2e2779" providerId="LiveId" clId="{B898252A-72B4-4196-8F60-9592756021AB}" dt="2025-12-19T14:10:24.534" v="666" actId="1076"/>
        <pc:sldMkLst>
          <pc:docMk/>
          <pc:sldMk cId="2396522574" sldId="271"/>
        </pc:sldMkLst>
        <pc:spChg chg="add mod">
          <ac:chgData name="Rushikesh Landge" userId="274c6d252e2e2779" providerId="LiveId" clId="{B898252A-72B4-4196-8F60-9592756021AB}" dt="2025-12-19T14:10:24.534" v="666" actId="1076"/>
          <ac:spMkLst>
            <pc:docMk/>
            <pc:sldMk cId="2396522574" sldId="271"/>
            <ac:spMk id="2" creationId="{05F4C503-92ED-D249-622C-D0D1F56D2E0D}"/>
          </ac:spMkLst>
        </pc:spChg>
        <pc:spChg chg="add mod">
          <ac:chgData name="Rushikesh Landge" userId="274c6d252e2e2779" providerId="LiveId" clId="{B898252A-72B4-4196-8F60-9592756021AB}" dt="2025-12-19T13:28:17.292" v="480" actId="14100"/>
          <ac:spMkLst>
            <pc:docMk/>
            <pc:sldMk cId="2396522574" sldId="271"/>
            <ac:spMk id="3" creationId="{58C75740-3B35-3170-9E46-DC55FDAFF6D4}"/>
          </ac:spMkLst>
        </pc:spChg>
        <pc:spChg chg="add mod">
          <ac:chgData name="Rushikesh Landge" userId="274c6d252e2e2779" providerId="LiveId" clId="{B898252A-72B4-4196-8F60-9592756021AB}" dt="2025-12-19T13:28:37.449" v="485" actId="1076"/>
          <ac:spMkLst>
            <pc:docMk/>
            <pc:sldMk cId="2396522574" sldId="271"/>
            <ac:spMk id="7" creationId="{5D505009-9901-E748-1249-72EA0AB3D61F}"/>
          </ac:spMkLst>
        </pc:spChg>
        <pc:picChg chg="add mod">
          <ac:chgData name="Rushikesh Landge" userId="274c6d252e2e2779" providerId="LiveId" clId="{B898252A-72B4-4196-8F60-9592756021AB}" dt="2025-12-19T13:28:28.840" v="483" actId="14100"/>
          <ac:picMkLst>
            <pc:docMk/>
            <pc:sldMk cId="2396522574" sldId="271"/>
            <ac:picMk id="5" creationId="{400F7FCD-B1B3-4F2F-2109-94160C74CDF9}"/>
          </ac:picMkLst>
        </pc:picChg>
        <pc:picChg chg="add mod">
          <ac:chgData name="Rushikesh Landge" userId="274c6d252e2e2779" providerId="LiveId" clId="{B898252A-72B4-4196-8F60-9592756021AB}" dt="2025-12-19T13:28:45.638" v="487" actId="1076"/>
          <ac:picMkLst>
            <pc:docMk/>
            <pc:sldMk cId="2396522574" sldId="271"/>
            <ac:picMk id="9" creationId="{B1E51503-C146-52D2-39AE-53C12660A82C}"/>
          </ac:picMkLst>
        </pc:picChg>
      </pc:sldChg>
      <pc:sldChg chg="addSp delSp modSp new mod">
        <pc:chgData name="Rushikesh Landge" userId="274c6d252e2e2779" providerId="LiveId" clId="{B898252A-72B4-4196-8F60-9592756021AB}" dt="2025-12-19T14:56:00.447" v="724"/>
        <pc:sldMkLst>
          <pc:docMk/>
          <pc:sldMk cId="992804105" sldId="272"/>
        </pc:sldMkLst>
        <pc:spChg chg="add del mod">
          <ac:chgData name="Rushikesh Landge" userId="274c6d252e2e2779" providerId="LiveId" clId="{B898252A-72B4-4196-8F60-9592756021AB}" dt="2025-12-19T14:52:38.075" v="674"/>
          <ac:spMkLst>
            <pc:docMk/>
            <pc:sldMk cId="992804105" sldId="272"/>
            <ac:spMk id="3" creationId="{EF21D1A2-91C7-6554-2AB6-A6273C0CDD8D}"/>
          </ac:spMkLst>
        </pc:spChg>
        <pc:spChg chg="add del mod">
          <ac:chgData name="Rushikesh Landge" userId="274c6d252e2e2779" providerId="LiveId" clId="{B898252A-72B4-4196-8F60-9592756021AB}" dt="2025-12-19T14:56:00.447" v="724"/>
          <ac:spMkLst>
            <pc:docMk/>
            <pc:sldMk cId="992804105" sldId="272"/>
            <ac:spMk id="4" creationId="{B2585628-F256-91AF-B40F-434540DE26D9}"/>
          </ac:spMkLst>
        </pc:spChg>
        <pc:spChg chg="add mod">
          <ac:chgData name="Rushikesh Landge" userId="274c6d252e2e2779" providerId="LiveId" clId="{B898252A-72B4-4196-8F60-9592756021AB}" dt="2025-12-19T14:55:46.944" v="720" actId="1076"/>
          <ac:spMkLst>
            <pc:docMk/>
            <pc:sldMk cId="992804105" sldId="272"/>
            <ac:spMk id="5" creationId="{DFC3004D-F61B-B347-1D8E-9420A07AA9A4}"/>
          </ac:spMkLst>
        </pc:spChg>
        <pc:spChg chg="add mod">
          <ac:chgData name="Rushikesh Landge" userId="274c6d252e2e2779" providerId="LiveId" clId="{B898252A-72B4-4196-8F60-9592756021AB}" dt="2025-12-19T14:55:42.171" v="719" actId="1076"/>
          <ac:spMkLst>
            <pc:docMk/>
            <pc:sldMk cId="992804105" sldId="272"/>
            <ac:spMk id="6" creationId="{40695D27-039D-5B90-DF20-8BE5D6197E25}"/>
          </ac:spMkLst>
        </pc:spChg>
        <pc:spChg chg="add mod">
          <ac:chgData name="Rushikesh Landge" userId="274c6d252e2e2779" providerId="LiveId" clId="{B898252A-72B4-4196-8F60-9592756021AB}" dt="2025-12-19T14:55:38.617" v="718" actId="1076"/>
          <ac:spMkLst>
            <pc:docMk/>
            <pc:sldMk cId="992804105" sldId="272"/>
            <ac:spMk id="7" creationId="{E734606C-BF3C-DA96-95E8-8D15B32436F4}"/>
          </ac:spMkLst>
        </pc:spChg>
      </pc:sldChg>
      <pc:sldChg chg="addSp modSp new mod">
        <pc:chgData name="Rushikesh Landge" userId="274c6d252e2e2779" providerId="LiveId" clId="{B898252A-72B4-4196-8F60-9592756021AB}" dt="2025-12-19T14:58:13.960" v="764" actId="1076"/>
        <pc:sldMkLst>
          <pc:docMk/>
          <pc:sldMk cId="4054202540" sldId="273"/>
        </pc:sldMkLst>
        <pc:spChg chg="add mod">
          <ac:chgData name="Rushikesh Landge" userId="274c6d252e2e2779" providerId="LiveId" clId="{B898252A-72B4-4196-8F60-9592756021AB}" dt="2025-12-19T14:58:10.696" v="763" actId="1076"/>
          <ac:spMkLst>
            <pc:docMk/>
            <pc:sldMk cId="4054202540" sldId="273"/>
            <ac:spMk id="2" creationId="{BFD94997-8E5C-F0DC-C761-2878B181C52C}"/>
          </ac:spMkLst>
        </pc:spChg>
        <pc:spChg chg="add mod">
          <ac:chgData name="Rushikesh Landge" userId="274c6d252e2e2779" providerId="LiveId" clId="{B898252A-72B4-4196-8F60-9592756021AB}" dt="2025-12-19T14:58:13.960" v="764" actId="1076"/>
          <ac:spMkLst>
            <pc:docMk/>
            <pc:sldMk cId="4054202540" sldId="273"/>
            <ac:spMk id="3" creationId="{42D30DED-9554-88A7-6D99-88A81BBC1A60}"/>
          </ac:spMkLst>
        </pc:spChg>
      </pc:sldChg>
      <pc:sldChg chg="addSp modSp new mod ord">
        <pc:chgData name="Rushikesh Landge" userId="274c6d252e2e2779" providerId="LiveId" clId="{B898252A-72B4-4196-8F60-9592756021AB}" dt="2025-12-19T15:03:53.736" v="863" actId="123"/>
        <pc:sldMkLst>
          <pc:docMk/>
          <pc:sldMk cId="504816039" sldId="274"/>
        </pc:sldMkLst>
        <pc:spChg chg="add mod">
          <ac:chgData name="Rushikesh Landge" userId="274c6d252e2e2779" providerId="LiveId" clId="{B898252A-72B4-4196-8F60-9592756021AB}" dt="2025-12-19T15:03:53.736" v="863" actId="123"/>
          <ac:spMkLst>
            <pc:docMk/>
            <pc:sldMk cId="504816039" sldId="274"/>
            <ac:spMk id="3" creationId="{2397898F-02D3-DD44-67CB-598C1EC1276B}"/>
          </ac:spMkLst>
        </pc:spChg>
        <pc:spChg chg="add mod">
          <ac:chgData name="Rushikesh Landge" userId="274c6d252e2e2779" providerId="LiveId" clId="{B898252A-72B4-4196-8F60-9592756021AB}" dt="2025-12-19T15:03:48.027" v="861" actId="1076"/>
          <ac:spMkLst>
            <pc:docMk/>
            <pc:sldMk cId="504816039" sldId="274"/>
            <ac:spMk id="4" creationId="{E731309F-1E04-15EC-A509-909DE770129C}"/>
          </ac:spMkLst>
        </pc:spChg>
      </pc:sldChg>
      <pc:sldChg chg="new del">
        <pc:chgData name="Rushikesh Landge" userId="274c6d252e2e2779" providerId="LiveId" clId="{B898252A-72B4-4196-8F60-9592756021AB}" dt="2025-12-19T15:01:32.669" v="828" actId="2696"/>
        <pc:sldMkLst>
          <pc:docMk/>
          <pc:sldMk cId="1226815875" sldId="274"/>
        </pc:sldMkLst>
      </pc:sldChg>
      <pc:sldChg chg="add del">
        <pc:chgData name="Rushikesh Landge" userId="274c6d252e2e2779" providerId="LiveId" clId="{B898252A-72B4-4196-8F60-9592756021AB}" dt="2025-12-19T15:01:43.247" v="833"/>
        <pc:sldMkLst>
          <pc:docMk/>
          <pc:sldMk cId="614436358" sldId="275"/>
        </pc:sldMkLst>
      </pc:sldChg>
      <pc:sldChg chg="addSp modSp new mod">
        <pc:chgData name="Rushikesh Landge" userId="274c6d252e2e2779" providerId="LiveId" clId="{B898252A-72B4-4196-8F60-9592756021AB}" dt="2025-12-19T15:10:17.051" v="922" actId="5793"/>
        <pc:sldMkLst>
          <pc:docMk/>
          <pc:sldMk cId="4287992156" sldId="275"/>
        </pc:sldMkLst>
        <pc:spChg chg="add mod">
          <ac:chgData name="Rushikesh Landge" userId="274c6d252e2e2779" providerId="LiveId" clId="{B898252A-72B4-4196-8F60-9592756021AB}" dt="2025-12-19T15:10:17.051" v="922" actId="5793"/>
          <ac:spMkLst>
            <pc:docMk/>
            <pc:sldMk cId="4287992156" sldId="275"/>
            <ac:spMk id="3" creationId="{7FC6E944-49F3-9363-9243-90187587D337}"/>
          </ac:spMkLst>
        </pc:spChg>
        <pc:spChg chg="add mod">
          <ac:chgData name="Rushikesh Landge" userId="274c6d252e2e2779" providerId="LiveId" clId="{B898252A-72B4-4196-8F60-9592756021AB}" dt="2025-12-19T15:05:18.325" v="875" actId="403"/>
          <ac:spMkLst>
            <pc:docMk/>
            <pc:sldMk cId="4287992156" sldId="275"/>
            <ac:spMk id="4" creationId="{1C6902C6-B5E7-D9B7-0D9A-AA28A9EC1514}"/>
          </ac:spMkLst>
        </pc:spChg>
      </pc:sldChg>
      <pc:sldChg chg="addSp modSp new mod">
        <pc:chgData name="Rushikesh Landge" userId="274c6d252e2e2779" providerId="LiveId" clId="{B898252A-72B4-4196-8F60-9592756021AB}" dt="2025-12-19T15:15:08.644" v="1084" actId="14100"/>
        <pc:sldMkLst>
          <pc:docMk/>
          <pc:sldMk cId="927353387" sldId="276"/>
        </pc:sldMkLst>
        <pc:spChg chg="add mod">
          <ac:chgData name="Rushikesh Landge" userId="274c6d252e2e2779" providerId="LiveId" clId="{B898252A-72B4-4196-8F60-9592756021AB}" dt="2025-12-19T15:15:08.644" v="1084" actId="14100"/>
          <ac:spMkLst>
            <pc:docMk/>
            <pc:sldMk cId="927353387" sldId="276"/>
            <ac:spMk id="3" creationId="{BF64BBFD-4339-7D69-F841-C9568AE64A17}"/>
          </ac:spMkLst>
        </pc:spChg>
        <pc:spChg chg="add mod">
          <ac:chgData name="Rushikesh Landge" userId="274c6d252e2e2779" providerId="LiveId" clId="{B898252A-72B4-4196-8F60-9592756021AB}" dt="2025-12-19T15:11:45.015" v="940" actId="20577"/>
          <ac:spMkLst>
            <pc:docMk/>
            <pc:sldMk cId="927353387" sldId="276"/>
            <ac:spMk id="4" creationId="{C6D232A4-A571-6468-91CC-B9595CC969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81951"/>
            <a:ext cx="12190815" cy="6694098"/>
          </a:xfrm>
          <a:prstGeom prst="rect">
            <a:avLst/>
          </a:prstGeom>
          <a:noFill/>
          <a:ln>
            <a:noFill/>
          </a:ln>
        </p:spPr>
      </p:pic>
      <p:sp>
        <p:nvSpPr>
          <p:cNvPr id="99" name="Google Shape;99;p1"/>
          <p:cNvSpPr txBox="1"/>
          <p:nvPr/>
        </p:nvSpPr>
        <p:spPr>
          <a:xfrm>
            <a:off x="2472905" y="3765822"/>
            <a:ext cx="7246189"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2000" b="1" i="0" u="none" strike="noStrike" cap="none" dirty="0">
                <a:solidFill>
                  <a:srgbClr val="000000"/>
                </a:solidFill>
                <a:latin typeface="Arial"/>
                <a:ea typeface="Arial"/>
                <a:cs typeface="Arial"/>
                <a:sym typeface="Arial"/>
              </a:rPr>
              <a:t>Hospital Database Management</a:t>
            </a:r>
            <a:endParaRPr sz="20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6FD5E4D9-F537-B0F5-E9BC-72B0C9101D93}"/>
              </a:ext>
            </a:extLst>
          </p:cNvPr>
          <p:cNvSpPr txBox="1"/>
          <p:nvPr/>
        </p:nvSpPr>
        <p:spPr>
          <a:xfrm>
            <a:off x="886120" y="5137607"/>
            <a:ext cx="6391373" cy="584775"/>
          </a:xfrm>
          <a:prstGeom prst="rect">
            <a:avLst/>
          </a:prstGeom>
          <a:noFill/>
        </p:spPr>
        <p:txBody>
          <a:bodyPr wrap="square" rtlCol="0">
            <a:spAutoFit/>
          </a:bodyPr>
          <a:lstStyle/>
          <a:p>
            <a:r>
              <a:rPr lang="en-IN" sz="1600" b="1" dirty="0"/>
              <a:t>Presented by : Yogesh Landge</a:t>
            </a:r>
          </a:p>
          <a:p>
            <a:r>
              <a:rPr lang="en-IN" sz="1600" b="1" dirty="0"/>
              <a:t>Role : Data Analyst</a:t>
            </a:r>
            <a:endParaRPr lang="en-US" sz="1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0564927" cy="3785611"/>
          </a:xfrm>
          <a:prstGeom prst="rect">
            <a:avLst/>
          </a:prstGeom>
          <a:noFill/>
          <a:ln>
            <a:noFill/>
          </a:ln>
        </p:spPr>
        <p:txBody>
          <a:bodyPr spcFirstLastPara="1" wrap="square" lIns="91425" tIns="45700" rIns="91425" bIns="45700" anchor="t" anchorCtr="0">
            <a:spAutoFit/>
          </a:bodyPr>
          <a:lstStyle/>
          <a:p>
            <a:pPr marL="285750" lvl="0" indent="-323850">
              <a:buClr>
                <a:schemeClr val="dk1"/>
              </a:buClr>
              <a:buSzPts val="2400"/>
              <a:buFont typeface="Arial"/>
              <a:buChar char="•"/>
            </a:pPr>
            <a:r>
              <a:rPr lang="en-IN" sz="2400" b="1" dirty="0">
                <a:solidFill>
                  <a:schemeClr val="dk1"/>
                </a:solidFill>
                <a:latin typeface="+mj-lt"/>
                <a:ea typeface="Calibri"/>
                <a:cs typeface="Calibri"/>
                <a:sym typeface="Calibri"/>
              </a:rPr>
              <a:t>Background: </a:t>
            </a:r>
            <a:r>
              <a:rPr lang="en-IN" sz="2400" dirty="0" err="1">
                <a:solidFill>
                  <a:schemeClr val="dk1"/>
                </a:solidFill>
                <a:latin typeface="+mj-lt"/>
                <a:ea typeface="Calibri"/>
                <a:cs typeface="Calibri"/>
                <a:sym typeface="Calibri"/>
              </a:rPr>
              <a:t>B.Tech</a:t>
            </a:r>
            <a:r>
              <a:rPr lang="en-IN" sz="2400" dirty="0">
                <a:solidFill>
                  <a:schemeClr val="dk1"/>
                </a:solidFill>
                <a:latin typeface="+mj-lt"/>
                <a:ea typeface="Calibri"/>
                <a:cs typeface="Calibri"/>
                <a:sym typeface="Calibri"/>
              </a:rPr>
              <a:t> (Computer Science and </a:t>
            </a:r>
            <a:r>
              <a:rPr lang="en-IN" sz="2400" dirty="0" err="1">
                <a:solidFill>
                  <a:schemeClr val="dk1"/>
                </a:solidFill>
                <a:latin typeface="+mj-lt"/>
                <a:ea typeface="Calibri"/>
                <a:cs typeface="Calibri"/>
                <a:sym typeface="Calibri"/>
              </a:rPr>
              <a:t>Engg</a:t>
            </a:r>
            <a:r>
              <a:rPr lang="en-IN" sz="2400" dirty="0">
                <a:solidFill>
                  <a:schemeClr val="dk1"/>
                </a:solidFill>
                <a:latin typeface="+mj-lt"/>
                <a:ea typeface="Calibri"/>
                <a:cs typeface="Calibri"/>
                <a:sym typeface="Calibri"/>
              </a:rPr>
              <a:t>)</a:t>
            </a:r>
          </a:p>
          <a:p>
            <a:pPr lvl="0">
              <a:buClr>
                <a:schemeClr val="dk1"/>
              </a:buClr>
              <a:buSzPts val="2400"/>
            </a:pPr>
            <a:endParaRPr lang="en-IN" sz="2400" dirty="0">
              <a:solidFill>
                <a:schemeClr val="dk1"/>
              </a:solidFill>
              <a:latin typeface="+mj-lt"/>
              <a:ea typeface="Calibri"/>
              <a:cs typeface="Calibri"/>
              <a:sym typeface="Calibri"/>
            </a:endParaRPr>
          </a:p>
          <a:p>
            <a:pPr marL="285750" lvl="0" indent="-323850">
              <a:buClr>
                <a:schemeClr val="dk1"/>
              </a:buClr>
              <a:buSzPts val="2400"/>
              <a:buFont typeface="Arial"/>
              <a:buChar char="•"/>
            </a:pPr>
            <a:r>
              <a:rPr lang="en-IN" sz="2400" b="1" dirty="0">
                <a:solidFill>
                  <a:schemeClr val="dk1"/>
                </a:solidFill>
                <a:latin typeface="+mj-lt"/>
                <a:ea typeface="Calibri"/>
                <a:cs typeface="Calibri"/>
                <a:sym typeface="Calibri"/>
              </a:rPr>
              <a:t>Why Data Analytics: </a:t>
            </a:r>
            <a:r>
              <a:rPr lang="en-IN" sz="2400" dirty="0" err="1">
                <a:solidFill>
                  <a:schemeClr val="dk1"/>
                </a:solidFill>
                <a:latin typeface="+mj-lt"/>
                <a:ea typeface="Calibri"/>
                <a:cs typeface="Calibri"/>
                <a:sym typeface="Calibri"/>
              </a:rPr>
              <a:t>Becoz</a:t>
            </a:r>
            <a:r>
              <a:rPr lang="en-IN" sz="2400" dirty="0">
                <a:solidFill>
                  <a:schemeClr val="dk1"/>
                </a:solidFill>
                <a:latin typeface="+mj-lt"/>
                <a:ea typeface="Calibri"/>
                <a:cs typeface="Calibri"/>
                <a:sym typeface="Calibri"/>
              </a:rPr>
              <a:t> I enjoy converting raw data into meaningful insights. SQL and analytics help me understand real-world business problems and make data-driven decisions.</a:t>
            </a:r>
          </a:p>
          <a:p>
            <a:pPr lvl="0">
              <a:buClr>
                <a:schemeClr val="dk1"/>
              </a:buClr>
              <a:buSzPts val="2400"/>
            </a:pPr>
            <a:endParaRPr lang="en-IN" sz="2400" dirty="0">
              <a:solidFill>
                <a:schemeClr val="dk1"/>
              </a:solidFill>
              <a:latin typeface="+mj-lt"/>
              <a:ea typeface="Calibri"/>
              <a:cs typeface="Calibri"/>
              <a:sym typeface="Calibri"/>
            </a:endParaRPr>
          </a:p>
          <a:p>
            <a:pPr marL="285750" lvl="0" indent="-323850">
              <a:buClr>
                <a:schemeClr val="dk1"/>
              </a:buClr>
              <a:buSzPts val="2400"/>
              <a:buFont typeface="Arial"/>
              <a:buChar char="•"/>
            </a:pPr>
            <a:r>
              <a:rPr lang="en-IN" sz="2400" b="1" dirty="0">
                <a:solidFill>
                  <a:schemeClr val="dk1"/>
                </a:solidFill>
                <a:latin typeface="+mj-lt"/>
                <a:ea typeface="Calibri"/>
                <a:cs typeface="Calibri"/>
                <a:sym typeface="Calibri"/>
              </a:rPr>
              <a:t>Work Experience: Fresher</a:t>
            </a:r>
          </a:p>
          <a:p>
            <a:pPr lvl="0">
              <a:buClr>
                <a:schemeClr val="dk1"/>
              </a:buClr>
              <a:buSzPts val="2400"/>
            </a:pPr>
            <a:endParaRPr lang="en-IN" sz="2400" b="1" dirty="0">
              <a:solidFill>
                <a:schemeClr val="dk1"/>
              </a:solidFill>
              <a:latin typeface="+mj-lt"/>
              <a:ea typeface="Calibri"/>
              <a:cs typeface="Calibri"/>
              <a:sym typeface="Calibri"/>
            </a:endParaRPr>
          </a:p>
          <a:p>
            <a:pPr marL="285750" lvl="0" indent="-323850">
              <a:buClr>
                <a:schemeClr val="dk1"/>
              </a:buClr>
              <a:buSzPts val="2400"/>
              <a:buFont typeface="Arial"/>
              <a:buChar char="•"/>
            </a:pPr>
            <a:r>
              <a:rPr lang="en-IN" sz="2000" b="1" dirty="0">
                <a:solidFill>
                  <a:schemeClr val="dk1"/>
                </a:solidFill>
                <a:latin typeface="+mj-lt"/>
                <a:ea typeface="Calibri"/>
                <a:cs typeface="Calibri"/>
                <a:sym typeface="Calibri"/>
              </a:rPr>
              <a:t>LinkedIn: </a:t>
            </a:r>
            <a:r>
              <a:rPr lang="en-IN" sz="2000" u="sng" dirty="0">
                <a:solidFill>
                  <a:schemeClr val="accent5">
                    <a:lumMod val="75000"/>
                  </a:schemeClr>
                </a:solidFill>
                <a:latin typeface="+mj-lt"/>
                <a:ea typeface="Calibri"/>
                <a:cs typeface="Calibri"/>
                <a:sym typeface="Calibri"/>
              </a:rPr>
              <a:t>https://www.linkedin.com/in/yogesh-landge-09a175205</a:t>
            </a:r>
          </a:p>
          <a:p>
            <a:pPr marL="285750" lvl="0" indent="-323850">
              <a:buClr>
                <a:schemeClr val="dk1"/>
              </a:buClr>
              <a:buSzPts val="2400"/>
              <a:buFont typeface="Arial"/>
              <a:buChar char="•"/>
            </a:pPr>
            <a:r>
              <a:rPr lang="en-IN" sz="2000" b="1" dirty="0">
                <a:solidFill>
                  <a:schemeClr val="dk1"/>
                </a:solidFill>
                <a:latin typeface="+mj-lt"/>
                <a:ea typeface="Calibri"/>
                <a:cs typeface="Calibri"/>
                <a:sym typeface="Calibri"/>
              </a:rPr>
              <a:t>GitHub: </a:t>
            </a:r>
            <a:r>
              <a:rPr lang="en-IN" sz="2000" u="sng" dirty="0">
                <a:solidFill>
                  <a:schemeClr val="accent5">
                    <a:lumMod val="75000"/>
                  </a:schemeClr>
                </a:solidFill>
                <a:latin typeface="+mj-lt"/>
                <a:ea typeface="Calibri"/>
                <a:cs typeface="Calibri"/>
                <a:sym typeface="Calibri"/>
              </a:rPr>
              <a:t>https://github.com/Yogesh2002-L</a:t>
            </a:r>
            <a:endParaRPr sz="2000" i="0" u="sng" strike="noStrike" cap="none" dirty="0">
              <a:solidFill>
                <a:schemeClr val="accent5">
                  <a:lumMod val="75000"/>
                </a:schemeClr>
              </a:solidFill>
              <a:latin typeface="+mj-lt"/>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97898F-02D3-DD44-67CB-598C1EC1276B}"/>
              </a:ext>
            </a:extLst>
          </p:cNvPr>
          <p:cNvSpPr txBox="1"/>
          <p:nvPr/>
        </p:nvSpPr>
        <p:spPr>
          <a:xfrm>
            <a:off x="1187776" y="1838228"/>
            <a:ext cx="9257121" cy="3416320"/>
          </a:xfrm>
          <a:prstGeom prst="rect">
            <a:avLst/>
          </a:prstGeom>
          <a:noFill/>
        </p:spPr>
        <p:txBody>
          <a:bodyPr wrap="square">
            <a:spAutoFit/>
          </a:bodyPr>
          <a:lstStyle/>
          <a:p>
            <a:pPr marL="285750" indent="-285750" algn="just">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Storyline (Why &amp; Real-World Context)Hospitals handle thousands of patients, doctors, nurses, rooms, procedures, and medications every day. Managing these activities manually leads to data duplication, errors, and delays in decision-making. This project simulates a real hospital environment where a centralized database is required to track patient journeys from appointment to treatment and discharge efficiently.</a:t>
            </a:r>
          </a:p>
          <a:p>
            <a:pPr marL="285750" indent="-285750" algn="just">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Data Source (Where data came from)The dataset is a structured sample hospital database commonly used in real-world healthcare system design and academic case studies. It closely represents actual hospital operations such as appointments, admissions, procedures, prescriptions, staff allocation, and room management.</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731309F-1E04-15EC-A509-909DE770129C}"/>
              </a:ext>
            </a:extLst>
          </p:cNvPr>
          <p:cNvSpPr txBox="1"/>
          <p:nvPr/>
        </p:nvSpPr>
        <p:spPr>
          <a:xfrm>
            <a:off x="810705" y="678730"/>
            <a:ext cx="5618375" cy="400110"/>
          </a:xfrm>
          <a:prstGeom prst="rect">
            <a:avLst/>
          </a:prstGeom>
          <a:noFill/>
        </p:spPr>
        <p:txBody>
          <a:bodyPr wrap="square" rtlCol="0">
            <a:spAutoFit/>
          </a:bodyPr>
          <a:lstStyle/>
          <a:p>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Project Storyline (Real-World Context / Scenario)</a:t>
            </a:r>
          </a:p>
        </p:txBody>
      </p:sp>
    </p:spTree>
    <p:extLst>
      <p:ext uri="{BB962C8B-B14F-4D97-AF65-F5344CB8AC3E}">
        <p14:creationId xmlns:p14="http://schemas.microsoft.com/office/powerpoint/2010/main" val="504816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C6E944-49F3-9363-9243-90187587D337}"/>
              </a:ext>
            </a:extLst>
          </p:cNvPr>
          <p:cNvSpPr txBox="1"/>
          <p:nvPr/>
        </p:nvSpPr>
        <p:spPr>
          <a:xfrm>
            <a:off x="1140643" y="1237345"/>
            <a:ext cx="9596486" cy="4308872"/>
          </a:xfrm>
          <a:prstGeom prst="rect">
            <a:avLst/>
          </a:prstGeom>
          <a:noFill/>
        </p:spPr>
        <p:txBody>
          <a:bodyPr wrap="square">
            <a:spAutoFit/>
          </a:bodyPr>
          <a:lstStyle/>
          <a:p>
            <a:pPr algn="just"/>
            <a:r>
              <a:rPr lang="en-US" sz="2000" b="1" dirty="0">
                <a:latin typeface="Calibri" panose="020F0502020204030204" pitchFamily="34" charset="0"/>
                <a:ea typeface="Calibri" panose="020F0502020204030204" pitchFamily="34" charset="0"/>
                <a:cs typeface="Calibri" panose="020F0502020204030204" pitchFamily="34" charset="0"/>
              </a:rPr>
              <a:t>Problem Statement :-</a:t>
            </a:r>
          </a:p>
          <a:p>
            <a:pPr algn="just"/>
            <a:r>
              <a:rPr lang="en-US" sz="1800" dirty="0">
                <a:latin typeface="Calibri" panose="020F0502020204030204" pitchFamily="34" charset="0"/>
                <a:ea typeface="Calibri" panose="020F0502020204030204" pitchFamily="34" charset="0"/>
                <a:cs typeface="Calibri" panose="020F0502020204030204" pitchFamily="34" charset="0"/>
              </a:rPr>
              <a:t>Hospitals face challenges in managing patient records, staff scheduling, room availability, and treatment data when information is stored manually or across multiple systems. This results in inefficiency, lack of transparency, and poor decision-making.</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2000" b="1" dirty="0"/>
              <a:t>Project Objectives</a:t>
            </a:r>
          </a:p>
          <a:p>
            <a:pPr marL="342900" indent="-342900" algn="just">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To design a </a:t>
            </a:r>
            <a:r>
              <a:rPr lang="en-US" sz="1800" b="1" dirty="0">
                <a:latin typeface="Calibri" panose="020F0502020204030204" pitchFamily="34" charset="0"/>
                <a:ea typeface="Calibri" panose="020F0502020204030204" pitchFamily="34" charset="0"/>
                <a:cs typeface="Calibri" panose="020F0502020204030204" pitchFamily="34" charset="0"/>
              </a:rPr>
              <a:t>normalized relational database</a:t>
            </a:r>
            <a:r>
              <a:rPr lang="en-US" sz="1800" dirty="0">
                <a:latin typeface="Calibri" panose="020F0502020204030204" pitchFamily="34" charset="0"/>
                <a:ea typeface="Calibri" panose="020F0502020204030204" pitchFamily="34" charset="0"/>
                <a:cs typeface="Calibri" panose="020F0502020204030204" pitchFamily="34" charset="0"/>
              </a:rPr>
              <a:t> for hospital operations.</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To efficiently store and manage </a:t>
            </a:r>
            <a:r>
              <a:rPr lang="en-US" sz="1800" b="1" dirty="0">
                <a:latin typeface="Calibri" panose="020F0502020204030204" pitchFamily="34" charset="0"/>
                <a:ea typeface="Calibri" panose="020F0502020204030204" pitchFamily="34" charset="0"/>
                <a:cs typeface="Calibri" panose="020F0502020204030204" pitchFamily="34" charset="0"/>
              </a:rPr>
              <a:t>patient, doctor, nurse, room, and treatment</a:t>
            </a:r>
            <a:r>
              <a:rPr lang="en-US" sz="1800" dirty="0">
                <a:latin typeface="Calibri" panose="020F0502020204030204" pitchFamily="34" charset="0"/>
                <a:ea typeface="Calibri" panose="020F0502020204030204" pitchFamily="34" charset="0"/>
                <a:cs typeface="Calibri" panose="020F0502020204030204" pitchFamily="34" charset="0"/>
              </a:rPr>
              <a:t> data.</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To reduce manual record-keeping and improve </a:t>
            </a:r>
            <a:r>
              <a:rPr lang="en-US" sz="1800" b="1" dirty="0">
                <a:latin typeface="Calibri" panose="020F0502020204030204" pitchFamily="34" charset="0"/>
                <a:ea typeface="Calibri" panose="020F0502020204030204" pitchFamily="34" charset="0"/>
                <a:cs typeface="Calibri" panose="020F0502020204030204" pitchFamily="34" charset="0"/>
              </a:rPr>
              <a:t>accuracy and efficiency</a:t>
            </a:r>
            <a:r>
              <a:rPr lang="en-US" sz="1800" dirty="0">
                <a:latin typeface="Calibri" panose="020F0502020204030204" pitchFamily="34" charset="0"/>
                <a:ea typeface="Calibri" panose="020F0502020204030204" pitchFamily="34" charset="0"/>
                <a:cs typeface="Calibri" panose="020F0502020204030204" pitchFamily="34" charset="0"/>
              </a:rPr>
              <a:t> in hospital management.</a:t>
            </a:r>
          </a:p>
          <a:p>
            <a:pPr algn="just"/>
            <a:endParaRPr lang="en-US" sz="1800" dirty="0">
              <a:latin typeface="Calibri" panose="020F0502020204030204" pitchFamily="34" charset="0"/>
              <a:ea typeface="Calibri" panose="020F0502020204030204" pitchFamily="34" charset="0"/>
              <a:cs typeface="Calibri" panose="020F0502020204030204" pitchFamily="34" charset="0"/>
            </a:endParaRPr>
          </a:p>
          <a:p>
            <a:pPr algn="just"/>
            <a:r>
              <a:rPr lang="en-US" sz="1800" dirty="0">
                <a:latin typeface="Calibri" panose="020F0502020204030204" pitchFamily="34" charset="0"/>
                <a:ea typeface="Calibri" panose="020F0502020204030204" pitchFamily="34" charset="0"/>
                <a:cs typeface="Calibri" panose="020F0502020204030204" pitchFamily="34" charset="0"/>
              </a:rPr>
              <a:t>Hospitals provide essential medical services, but managing daily activities manually is difficult and error-prone. A database system is required to maintain accurate records and support smooth hospital operations.</a:t>
            </a:r>
          </a:p>
        </p:txBody>
      </p:sp>
      <p:sp>
        <p:nvSpPr>
          <p:cNvPr id="4" name="TextBox 3">
            <a:extLst>
              <a:ext uri="{FF2B5EF4-FFF2-40B4-BE49-F238E27FC236}">
                <a16:creationId xmlns:a16="http://schemas.microsoft.com/office/drawing/2014/main" id="{1C6902C6-B5E7-D9B7-0D9A-AA28A9EC1514}"/>
              </a:ext>
            </a:extLst>
          </p:cNvPr>
          <p:cNvSpPr txBox="1"/>
          <p:nvPr/>
        </p:nvSpPr>
        <p:spPr>
          <a:xfrm>
            <a:off x="1140643" y="622169"/>
            <a:ext cx="4600281" cy="400110"/>
          </a:xfrm>
          <a:prstGeom prst="rect">
            <a:avLst/>
          </a:prstGeom>
          <a:noFill/>
        </p:spPr>
        <p:txBody>
          <a:bodyPr wrap="square" rtlCol="0">
            <a:spAutoFit/>
          </a:bodyPr>
          <a:lstStyle/>
          <a:p>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Problem Statement &amp; Objectives</a:t>
            </a:r>
          </a:p>
        </p:txBody>
      </p:sp>
    </p:spTree>
    <p:extLst>
      <p:ext uri="{BB962C8B-B14F-4D97-AF65-F5344CB8AC3E}">
        <p14:creationId xmlns:p14="http://schemas.microsoft.com/office/powerpoint/2010/main" val="4287992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64BBFD-4339-7D69-F841-C9568AE64A17}"/>
              </a:ext>
            </a:extLst>
          </p:cNvPr>
          <p:cNvSpPr txBox="1"/>
          <p:nvPr/>
        </p:nvSpPr>
        <p:spPr>
          <a:xfrm>
            <a:off x="1498861" y="1329179"/>
            <a:ext cx="9473939" cy="397031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Hospital data is highly structured and interrelated.</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Entities like patients, physicians, appointments, and procedures depend on each other</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Relational databases:</a:t>
            </a:r>
          </a:p>
          <a:p>
            <a:r>
              <a:rPr lang="en-US" sz="1800" dirty="0">
                <a:latin typeface="Calibri" panose="020F0502020204030204" pitchFamily="34" charset="0"/>
                <a:ea typeface="Calibri" panose="020F0502020204030204" pitchFamily="34" charset="0"/>
                <a:cs typeface="Calibri" panose="020F0502020204030204" pitchFamily="34" charset="0"/>
              </a:rPr>
              <a:t>	- Reduce data redundancy</a:t>
            </a:r>
          </a:p>
          <a:p>
            <a:pPr lvl="3"/>
            <a:r>
              <a:rPr lang="en-US" sz="1800" dirty="0">
                <a:latin typeface="Calibri" panose="020F0502020204030204" pitchFamily="34" charset="0"/>
                <a:ea typeface="Calibri" panose="020F0502020204030204" pitchFamily="34" charset="0"/>
                <a:cs typeface="Calibri" panose="020F0502020204030204" pitchFamily="34" charset="0"/>
              </a:rPr>
              <a:t>                 - Maintain data consistency</a:t>
            </a:r>
          </a:p>
          <a:p>
            <a:pPr lvl="3"/>
            <a:r>
              <a:rPr lang="en-US" sz="1800" dirty="0">
                <a:latin typeface="Calibri" panose="020F0502020204030204" pitchFamily="34" charset="0"/>
                <a:ea typeface="Calibri" panose="020F0502020204030204" pitchFamily="34" charset="0"/>
                <a:cs typeface="Calibri" panose="020F0502020204030204" pitchFamily="34" charset="0"/>
              </a:rPr>
              <a:t>                 - Enforce relationships using keys</a:t>
            </a:r>
          </a:p>
          <a:p>
            <a:pPr lvl="3"/>
            <a:r>
              <a:rPr lang="en-US" sz="1800" dirty="0">
                <a:latin typeface="Calibri" panose="020F0502020204030204" pitchFamily="34" charset="0"/>
                <a:ea typeface="Calibri" panose="020F0502020204030204" pitchFamily="34" charset="0"/>
                <a:cs typeface="Calibri" panose="020F0502020204030204" pitchFamily="34" charset="0"/>
              </a:rPr>
              <a:t>                 - Support complex analytical queries</a:t>
            </a:r>
          </a:p>
          <a:p>
            <a:pPr lvl="3"/>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3"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SQL enables hospitals to quickly answer questions like:</a:t>
            </a:r>
          </a:p>
          <a:p>
            <a:pPr lvl="3"/>
            <a:r>
              <a:rPr lang="en-US" sz="1800" dirty="0">
                <a:latin typeface="Calibri" panose="020F0502020204030204" pitchFamily="34" charset="0"/>
                <a:ea typeface="Calibri" panose="020F0502020204030204" pitchFamily="34" charset="0"/>
                <a:cs typeface="Calibri" panose="020F0502020204030204" pitchFamily="34" charset="0"/>
              </a:rPr>
              <a:t>	- Which doctors treated which patients?</a:t>
            </a:r>
          </a:p>
          <a:p>
            <a:pPr lvl="3"/>
            <a:r>
              <a:rPr lang="en-US" sz="1800" dirty="0">
                <a:latin typeface="Calibri" panose="020F0502020204030204" pitchFamily="34" charset="0"/>
                <a:ea typeface="Calibri" panose="020F0502020204030204" pitchFamily="34" charset="0"/>
                <a:cs typeface="Calibri" panose="020F0502020204030204" pitchFamily="34" charset="0"/>
              </a:rPr>
              <a:t>	- Which rooms are available?</a:t>
            </a:r>
          </a:p>
          <a:p>
            <a:pPr lvl="3"/>
            <a:r>
              <a:rPr lang="en-US" sz="1800" dirty="0">
                <a:latin typeface="Calibri" panose="020F0502020204030204" pitchFamily="34" charset="0"/>
                <a:ea typeface="Calibri" panose="020F0502020204030204" pitchFamily="34" charset="0"/>
                <a:cs typeface="Calibri" panose="020F0502020204030204" pitchFamily="34" charset="0"/>
              </a:rPr>
              <a:t>	- Which physicians are certified for procedures?</a:t>
            </a:r>
          </a:p>
        </p:txBody>
      </p:sp>
      <p:sp>
        <p:nvSpPr>
          <p:cNvPr id="4" name="TextBox 3">
            <a:extLst>
              <a:ext uri="{FF2B5EF4-FFF2-40B4-BE49-F238E27FC236}">
                <a16:creationId xmlns:a16="http://schemas.microsoft.com/office/drawing/2014/main" id="{C6D232A4-A571-6468-91CC-B9595CC969F0}"/>
              </a:ext>
            </a:extLst>
          </p:cNvPr>
          <p:cNvSpPr txBox="1"/>
          <p:nvPr/>
        </p:nvSpPr>
        <p:spPr>
          <a:xfrm>
            <a:off x="1008668" y="546755"/>
            <a:ext cx="5590095" cy="400110"/>
          </a:xfrm>
          <a:prstGeom prst="rect">
            <a:avLst/>
          </a:prstGeom>
          <a:noFill/>
        </p:spPr>
        <p:txBody>
          <a:bodyPr wrap="square" rtlCol="0">
            <a:spAutoFit/>
          </a:bodyPr>
          <a:lstStyle/>
          <a:p>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Why a Relational Database Is Needed</a:t>
            </a:r>
          </a:p>
        </p:txBody>
      </p:sp>
    </p:spTree>
    <p:extLst>
      <p:ext uri="{BB962C8B-B14F-4D97-AF65-F5344CB8AC3E}">
        <p14:creationId xmlns:p14="http://schemas.microsoft.com/office/powerpoint/2010/main" val="92735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6A3516-380D-AB34-3D3C-1232A126A694}"/>
              </a:ext>
            </a:extLst>
          </p:cNvPr>
          <p:cNvSpPr txBox="1"/>
          <p:nvPr/>
        </p:nvSpPr>
        <p:spPr>
          <a:xfrm>
            <a:off x="596246" y="441345"/>
            <a:ext cx="6094428" cy="424732"/>
          </a:xfrm>
          <a:prstGeom prst="rect">
            <a:avLst/>
          </a:prstGeom>
          <a:noFill/>
        </p:spPr>
        <p:txBody>
          <a:bodyPr wrap="square">
            <a:spAutoFit/>
          </a:bodyPr>
          <a:lstStyle/>
          <a:p>
            <a:pPr marL="25400" lvl="0" algn="l" rtl="0">
              <a:lnSpc>
                <a:spcPct val="90000"/>
              </a:lnSpc>
              <a:spcBef>
                <a:spcPts val="1000"/>
              </a:spcBef>
              <a:spcAft>
                <a:spcPts val="0"/>
              </a:spcAft>
              <a:buSzPts val="2400"/>
            </a:pPr>
            <a:r>
              <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ER Diagram and schema explanation</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11DB5C3-1CD2-55A5-F722-2BC4DBCF843E}"/>
              </a:ext>
            </a:extLst>
          </p:cNvPr>
          <p:cNvPicPr>
            <a:picLocks noChangeAspect="1"/>
          </p:cNvPicPr>
          <p:nvPr/>
        </p:nvPicPr>
        <p:blipFill>
          <a:blip r:embed="rId2"/>
          <a:stretch>
            <a:fillRect/>
          </a:stretch>
        </p:blipFill>
        <p:spPr>
          <a:xfrm>
            <a:off x="1263192" y="910371"/>
            <a:ext cx="9879290" cy="5037257"/>
          </a:xfrm>
          <a:prstGeom prst="rect">
            <a:avLst/>
          </a:prstGeom>
        </p:spPr>
      </p:pic>
    </p:spTree>
    <p:extLst>
      <p:ext uri="{BB962C8B-B14F-4D97-AF65-F5344CB8AC3E}">
        <p14:creationId xmlns:p14="http://schemas.microsoft.com/office/powerpoint/2010/main" val="1365316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141A99-BBF8-64F6-6BE3-000F5FEE95DC}"/>
              </a:ext>
            </a:extLst>
          </p:cNvPr>
          <p:cNvSpPr txBox="1"/>
          <p:nvPr/>
        </p:nvSpPr>
        <p:spPr>
          <a:xfrm>
            <a:off x="539685" y="505988"/>
            <a:ext cx="6094428" cy="461665"/>
          </a:xfrm>
          <a:prstGeom prst="rect">
            <a:avLst/>
          </a:prstGeom>
          <a:noFill/>
        </p:spPr>
        <p:txBody>
          <a:bodyPr wrap="square">
            <a:spAutoFit/>
          </a:bodyPr>
          <a:lstStyle/>
          <a:p>
            <a:r>
              <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Database Table overview</a:t>
            </a:r>
            <a:endPar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78087BB-ECE0-46D7-C809-4679367C7D1B}"/>
              </a:ext>
            </a:extLst>
          </p:cNvPr>
          <p:cNvPicPr>
            <a:picLocks noChangeAspect="1"/>
          </p:cNvPicPr>
          <p:nvPr/>
        </p:nvPicPr>
        <p:blipFill>
          <a:blip r:embed="rId2"/>
          <a:stretch>
            <a:fillRect/>
          </a:stretch>
        </p:blipFill>
        <p:spPr>
          <a:xfrm>
            <a:off x="2901908" y="1203837"/>
            <a:ext cx="6125901" cy="4951866"/>
          </a:xfrm>
          <a:prstGeom prst="rect">
            <a:avLst/>
          </a:prstGeom>
        </p:spPr>
      </p:pic>
      <p:sp>
        <p:nvSpPr>
          <p:cNvPr id="6" name="TextBox 5">
            <a:extLst>
              <a:ext uri="{FF2B5EF4-FFF2-40B4-BE49-F238E27FC236}">
                <a16:creationId xmlns:a16="http://schemas.microsoft.com/office/drawing/2014/main" id="{B6427976-CD75-A160-A132-9ED0D090CF84}"/>
              </a:ext>
            </a:extLst>
          </p:cNvPr>
          <p:cNvSpPr txBox="1"/>
          <p:nvPr/>
        </p:nvSpPr>
        <p:spPr>
          <a:xfrm>
            <a:off x="338530" y="967653"/>
            <a:ext cx="2168165" cy="523220"/>
          </a:xfrm>
          <a:prstGeom prst="rect">
            <a:avLst/>
          </a:prstGeom>
          <a:noFill/>
        </p:spPr>
        <p:txBody>
          <a:bodyPr wrap="square" rtlCol="0">
            <a:spAutoFit/>
          </a:bodyPr>
          <a:lstStyle/>
          <a:p>
            <a:endParaRPr lang="en-IN" dirty="0"/>
          </a:p>
          <a:p>
            <a:endParaRPr lang="en-US" dirty="0"/>
          </a:p>
        </p:txBody>
      </p:sp>
      <p:sp>
        <p:nvSpPr>
          <p:cNvPr id="10" name="TextBox 9">
            <a:extLst>
              <a:ext uri="{FF2B5EF4-FFF2-40B4-BE49-F238E27FC236}">
                <a16:creationId xmlns:a16="http://schemas.microsoft.com/office/drawing/2014/main" id="{62A3E95B-D0E4-1084-C4E4-9162299253EE}"/>
              </a:ext>
            </a:extLst>
          </p:cNvPr>
          <p:cNvSpPr txBox="1"/>
          <p:nvPr/>
        </p:nvSpPr>
        <p:spPr>
          <a:xfrm>
            <a:off x="7738694" y="942227"/>
            <a:ext cx="1338606" cy="523220"/>
          </a:xfrm>
          <a:prstGeom prst="rect">
            <a:avLst/>
          </a:prstGeom>
          <a:noFill/>
        </p:spPr>
        <p:txBody>
          <a:bodyPr wrap="square" rtlCol="0">
            <a:spAutoFit/>
          </a:bodyPr>
          <a:lstStyle/>
          <a:p>
            <a:endParaRPr lang="en-IN" dirty="0"/>
          </a:p>
          <a:p>
            <a:endParaRPr lang="en-US" dirty="0"/>
          </a:p>
        </p:txBody>
      </p:sp>
      <p:sp>
        <p:nvSpPr>
          <p:cNvPr id="13" name="TextBox 12">
            <a:extLst>
              <a:ext uri="{FF2B5EF4-FFF2-40B4-BE49-F238E27FC236}">
                <a16:creationId xmlns:a16="http://schemas.microsoft.com/office/drawing/2014/main" id="{D78F5AA9-3BAC-085F-01CC-334DE2FFDA73}"/>
              </a:ext>
            </a:extLst>
          </p:cNvPr>
          <p:cNvSpPr txBox="1"/>
          <p:nvPr/>
        </p:nvSpPr>
        <p:spPr>
          <a:xfrm>
            <a:off x="338530" y="4383465"/>
            <a:ext cx="3457280" cy="523220"/>
          </a:xfrm>
          <a:prstGeom prst="rect">
            <a:avLst/>
          </a:prstGeom>
          <a:noFill/>
        </p:spPr>
        <p:txBody>
          <a:bodyPr wrap="square" rtlCol="0">
            <a:spAutoFit/>
          </a:bodyPr>
          <a:lstStyle/>
          <a:p>
            <a:endParaRPr lang="en-IN" dirty="0"/>
          </a:p>
          <a:p>
            <a:endParaRPr lang="en-US" dirty="0"/>
          </a:p>
        </p:txBody>
      </p:sp>
    </p:spTree>
    <p:extLst>
      <p:ext uri="{BB962C8B-B14F-4D97-AF65-F5344CB8AC3E}">
        <p14:creationId xmlns:p14="http://schemas.microsoft.com/office/powerpoint/2010/main" val="767629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E72485-5717-ACAA-4369-1B5FE2C82F2C}"/>
              </a:ext>
            </a:extLst>
          </p:cNvPr>
          <p:cNvSpPr txBox="1"/>
          <p:nvPr/>
        </p:nvSpPr>
        <p:spPr>
          <a:xfrm>
            <a:off x="558538" y="1161837"/>
            <a:ext cx="9217058" cy="584775"/>
          </a:xfrm>
          <a:prstGeom prst="rect">
            <a:avLst/>
          </a:prstGeom>
          <a:noFill/>
        </p:spPr>
        <p:txBody>
          <a:bodyPr wrap="square">
            <a:spAutoFit/>
          </a:bodyPr>
          <a:lstStyle/>
          <a:p>
            <a:r>
              <a:rPr lang="en-US" sz="1600" b="1" dirty="0"/>
              <a:t>1. Write a query in SQL to obtain the name of the physicians with department who are yet to be affiliated </a:t>
            </a:r>
          </a:p>
        </p:txBody>
      </p:sp>
      <p:sp>
        <p:nvSpPr>
          <p:cNvPr id="5" name="TextBox 4">
            <a:extLst>
              <a:ext uri="{FF2B5EF4-FFF2-40B4-BE49-F238E27FC236}">
                <a16:creationId xmlns:a16="http://schemas.microsoft.com/office/drawing/2014/main" id="{CCC534B6-ED9A-73D9-33ED-69DAFB08C766}"/>
              </a:ext>
            </a:extLst>
          </p:cNvPr>
          <p:cNvSpPr txBox="1"/>
          <p:nvPr/>
        </p:nvSpPr>
        <p:spPr>
          <a:xfrm>
            <a:off x="322867" y="535613"/>
            <a:ext cx="6954625" cy="424732"/>
          </a:xfrm>
          <a:prstGeom prst="rect">
            <a:avLst/>
          </a:prstGeom>
          <a:noFill/>
        </p:spPr>
        <p:txBody>
          <a:bodyPr wrap="square">
            <a:spAutoFit/>
          </a:bodyPr>
          <a:lstStyle/>
          <a:p>
            <a:pPr marL="25400" lvl="0" algn="l" rtl="0">
              <a:lnSpc>
                <a:spcPct val="90000"/>
              </a:lnSpc>
              <a:spcBef>
                <a:spcPts val="1000"/>
              </a:spcBef>
              <a:spcAft>
                <a:spcPts val="0"/>
              </a:spcAft>
              <a:buSzPts val="2400"/>
            </a:pPr>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SQL query results with screenshots or summaries</a:t>
            </a:r>
            <a:endParaRPr lang="en-US"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0D667158-BA8D-152F-CBCB-00A467E148E4}"/>
              </a:ext>
            </a:extLst>
          </p:cNvPr>
          <p:cNvPicPr>
            <a:picLocks noChangeAspect="1"/>
          </p:cNvPicPr>
          <p:nvPr/>
        </p:nvPicPr>
        <p:blipFill>
          <a:blip r:embed="rId2"/>
          <a:stretch>
            <a:fillRect/>
          </a:stretch>
        </p:blipFill>
        <p:spPr>
          <a:xfrm>
            <a:off x="735290" y="1884904"/>
            <a:ext cx="8191893" cy="1405804"/>
          </a:xfrm>
          <a:prstGeom prst="rect">
            <a:avLst/>
          </a:prstGeom>
        </p:spPr>
      </p:pic>
      <p:sp>
        <p:nvSpPr>
          <p:cNvPr id="12" name="TextBox 11">
            <a:extLst>
              <a:ext uri="{FF2B5EF4-FFF2-40B4-BE49-F238E27FC236}">
                <a16:creationId xmlns:a16="http://schemas.microsoft.com/office/drawing/2014/main" id="{C612A65A-A31B-5655-B57E-672B3032CD27}"/>
              </a:ext>
            </a:extLst>
          </p:cNvPr>
          <p:cNvSpPr txBox="1"/>
          <p:nvPr/>
        </p:nvSpPr>
        <p:spPr>
          <a:xfrm>
            <a:off x="735291" y="3429000"/>
            <a:ext cx="3299381" cy="369332"/>
          </a:xfrm>
          <a:prstGeom prst="rect">
            <a:avLst/>
          </a:prstGeom>
          <a:noFill/>
        </p:spPr>
        <p:txBody>
          <a:bodyPr wrap="square" rtlCol="0">
            <a:spAutoFit/>
          </a:bodyPr>
          <a:lstStyle/>
          <a:p>
            <a:r>
              <a:rPr lang="en-IN" sz="1800" b="1" dirty="0"/>
              <a:t>Output:-</a:t>
            </a:r>
            <a:endParaRPr lang="en-US" sz="1800" b="1" dirty="0"/>
          </a:p>
        </p:txBody>
      </p:sp>
      <p:pic>
        <p:nvPicPr>
          <p:cNvPr id="14" name="Picture 13">
            <a:extLst>
              <a:ext uri="{FF2B5EF4-FFF2-40B4-BE49-F238E27FC236}">
                <a16:creationId xmlns:a16="http://schemas.microsoft.com/office/drawing/2014/main" id="{C19A0B14-7370-3829-307B-E4BD4F4D522D}"/>
              </a:ext>
            </a:extLst>
          </p:cNvPr>
          <p:cNvPicPr>
            <a:picLocks noChangeAspect="1"/>
          </p:cNvPicPr>
          <p:nvPr/>
        </p:nvPicPr>
        <p:blipFill>
          <a:blip r:embed="rId3"/>
          <a:stretch>
            <a:fillRect/>
          </a:stretch>
        </p:blipFill>
        <p:spPr>
          <a:xfrm>
            <a:off x="1938632" y="3936624"/>
            <a:ext cx="2771775" cy="1190625"/>
          </a:xfrm>
          <a:prstGeom prst="rect">
            <a:avLst/>
          </a:prstGeom>
        </p:spPr>
      </p:pic>
      <p:sp>
        <p:nvSpPr>
          <p:cNvPr id="6" name="Rectangle 5">
            <a:extLst>
              <a:ext uri="{FF2B5EF4-FFF2-40B4-BE49-F238E27FC236}">
                <a16:creationId xmlns:a16="http://schemas.microsoft.com/office/drawing/2014/main" id="{98876D98-0964-974E-197A-8F654E4C73B5}"/>
              </a:ext>
            </a:extLst>
          </p:cNvPr>
          <p:cNvSpPr/>
          <p:nvPr/>
        </p:nvSpPr>
        <p:spPr>
          <a:xfrm>
            <a:off x="8191892" y="3037429"/>
            <a:ext cx="3167407" cy="186650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Insight :-</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This query identifies physicians who are not yet affiliated with any department, highlighting gaps in departmental assignment.</a:t>
            </a:r>
          </a:p>
        </p:txBody>
      </p:sp>
    </p:spTree>
    <p:extLst>
      <p:ext uri="{BB962C8B-B14F-4D97-AF65-F5344CB8AC3E}">
        <p14:creationId xmlns:p14="http://schemas.microsoft.com/office/powerpoint/2010/main" val="249818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CE1AA9-E7EA-64EF-FBC7-159F0DC5949B}"/>
              </a:ext>
            </a:extLst>
          </p:cNvPr>
          <p:cNvSpPr txBox="1"/>
          <p:nvPr/>
        </p:nvSpPr>
        <p:spPr>
          <a:xfrm>
            <a:off x="612743" y="888459"/>
            <a:ext cx="9078012"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2. Write a query in SQL to obtain the name of the patients with their physicians by whom they got their preliminary treatment </a:t>
            </a:r>
          </a:p>
        </p:txBody>
      </p:sp>
      <p:pic>
        <p:nvPicPr>
          <p:cNvPr id="5" name="Picture 4">
            <a:extLst>
              <a:ext uri="{FF2B5EF4-FFF2-40B4-BE49-F238E27FC236}">
                <a16:creationId xmlns:a16="http://schemas.microsoft.com/office/drawing/2014/main" id="{3C689324-8850-2273-7811-3D5629829FA9}"/>
              </a:ext>
            </a:extLst>
          </p:cNvPr>
          <p:cNvPicPr>
            <a:picLocks noChangeAspect="1"/>
          </p:cNvPicPr>
          <p:nvPr/>
        </p:nvPicPr>
        <p:blipFill>
          <a:blip r:embed="rId2"/>
          <a:stretch>
            <a:fillRect/>
          </a:stretch>
        </p:blipFill>
        <p:spPr>
          <a:xfrm>
            <a:off x="678681" y="1644851"/>
            <a:ext cx="10056730" cy="1630260"/>
          </a:xfrm>
          <a:prstGeom prst="rect">
            <a:avLst/>
          </a:prstGeom>
        </p:spPr>
      </p:pic>
      <p:sp>
        <p:nvSpPr>
          <p:cNvPr id="7" name="TextBox 6">
            <a:extLst>
              <a:ext uri="{FF2B5EF4-FFF2-40B4-BE49-F238E27FC236}">
                <a16:creationId xmlns:a16="http://schemas.microsoft.com/office/drawing/2014/main" id="{4BF00514-2E4E-BA00-E65A-F2CD0AA4F187}"/>
              </a:ext>
            </a:extLst>
          </p:cNvPr>
          <p:cNvSpPr txBox="1"/>
          <p:nvPr/>
        </p:nvSpPr>
        <p:spPr>
          <a:xfrm>
            <a:off x="784782" y="3275111"/>
            <a:ext cx="6094428" cy="307777"/>
          </a:xfrm>
          <a:prstGeom prst="rect">
            <a:avLst/>
          </a:prstGeom>
          <a:noFill/>
        </p:spPr>
        <p:txBody>
          <a:bodyPr wrap="square">
            <a:spAutoFit/>
          </a:bodyPr>
          <a:lstStyle/>
          <a:p>
            <a:r>
              <a:rPr lang="en-IN" sz="1400" b="1" dirty="0"/>
              <a:t>Output:-</a:t>
            </a:r>
            <a:endParaRPr lang="en-US" sz="1400" b="1" dirty="0"/>
          </a:p>
        </p:txBody>
      </p:sp>
      <p:pic>
        <p:nvPicPr>
          <p:cNvPr id="9" name="Picture 8">
            <a:extLst>
              <a:ext uri="{FF2B5EF4-FFF2-40B4-BE49-F238E27FC236}">
                <a16:creationId xmlns:a16="http://schemas.microsoft.com/office/drawing/2014/main" id="{2D58D11A-4782-7F52-8C0B-AB290EDB7C1E}"/>
              </a:ext>
            </a:extLst>
          </p:cNvPr>
          <p:cNvPicPr>
            <a:picLocks noChangeAspect="1"/>
          </p:cNvPicPr>
          <p:nvPr/>
        </p:nvPicPr>
        <p:blipFill>
          <a:blip r:embed="rId3"/>
          <a:stretch>
            <a:fillRect/>
          </a:stretch>
        </p:blipFill>
        <p:spPr>
          <a:xfrm>
            <a:off x="2525695" y="3809995"/>
            <a:ext cx="4007079" cy="2439975"/>
          </a:xfrm>
          <a:prstGeom prst="rect">
            <a:avLst/>
          </a:prstGeom>
        </p:spPr>
      </p:pic>
      <p:sp>
        <p:nvSpPr>
          <p:cNvPr id="6" name="Rectangle 5">
            <a:extLst>
              <a:ext uri="{FF2B5EF4-FFF2-40B4-BE49-F238E27FC236}">
                <a16:creationId xmlns:a16="http://schemas.microsoft.com/office/drawing/2014/main" id="{8E51EA8D-5375-9266-BFCA-0DC24A813BA3}"/>
              </a:ext>
            </a:extLst>
          </p:cNvPr>
          <p:cNvSpPr/>
          <p:nvPr/>
        </p:nvSpPr>
        <p:spPr>
          <a:xfrm>
            <a:off x="8587819" y="4044675"/>
            <a:ext cx="2648931" cy="16302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 Insight :- </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It shows each patient along with the doctor who provided their initial treatment.</a:t>
            </a:r>
          </a:p>
        </p:txBody>
      </p:sp>
    </p:spTree>
    <p:extLst>
      <p:ext uri="{BB962C8B-B14F-4D97-AF65-F5344CB8AC3E}">
        <p14:creationId xmlns:p14="http://schemas.microsoft.com/office/powerpoint/2010/main" val="2165896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B9FB1B-E2C5-17A5-BA9B-7B0E1CC34DB1}"/>
              </a:ext>
            </a:extLst>
          </p:cNvPr>
          <p:cNvSpPr txBox="1"/>
          <p:nvPr/>
        </p:nvSpPr>
        <p:spPr>
          <a:xfrm>
            <a:off x="718793" y="945020"/>
            <a:ext cx="9283045"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3. Write a query in SQL to find the name of the patients and the number of physicians they have taken appointment </a:t>
            </a:r>
          </a:p>
        </p:txBody>
      </p:sp>
      <p:pic>
        <p:nvPicPr>
          <p:cNvPr id="5" name="Picture 4">
            <a:extLst>
              <a:ext uri="{FF2B5EF4-FFF2-40B4-BE49-F238E27FC236}">
                <a16:creationId xmlns:a16="http://schemas.microsoft.com/office/drawing/2014/main" id="{C64814AF-C3FC-AFA0-C1BF-E26492BDF376}"/>
              </a:ext>
            </a:extLst>
          </p:cNvPr>
          <p:cNvPicPr>
            <a:picLocks noChangeAspect="1"/>
          </p:cNvPicPr>
          <p:nvPr/>
        </p:nvPicPr>
        <p:blipFill>
          <a:blip r:embed="rId2"/>
          <a:stretch>
            <a:fillRect/>
          </a:stretch>
        </p:blipFill>
        <p:spPr>
          <a:xfrm>
            <a:off x="888329" y="1596517"/>
            <a:ext cx="7256430" cy="1832483"/>
          </a:xfrm>
          <a:prstGeom prst="rect">
            <a:avLst/>
          </a:prstGeom>
        </p:spPr>
      </p:pic>
      <p:pic>
        <p:nvPicPr>
          <p:cNvPr id="7" name="Picture 6">
            <a:extLst>
              <a:ext uri="{FF2B5EF4-FFF2-40B4-BE49-F238E27FC236}">
                <a16:creationId xmlns:a16="http://schemas.microsoft.com/office/drawing/2014/main" id="{E2976900-797A-87F8-EF0C-B9E8A36BD1BB}"/>
              </a:ext>
            </a:extLst>
          </p:cNvPr>
          <p:cNvPicPr>
            <a:picLocks noChangeAspect="1"/>
          </p:cNvPicPr>
          <p:nvPr/>
        </p:nvPicPr>
        <p:blipFill>
          <a:blip r:embed="rId3"/>
          <a:stretch>
            <a:fillRect/>
          </a:stretch>
        </p:blipFill>
        <p:spPr>
          <a:xfrm>
            <a:off x="2761463" y="3922810"/>
            <a:ext cx="5835781" cy="2331461"/>
          </a:xfrm>
          <a:prstGeom prst="rect">
            <a:avLst/>
          </a:prstGeom>
        </p:spPr>
      </p:pic>
      <p:sp>
        <p:nvSpPr>
          <p:cNvPr id="9" name="TextBox 8">
            <a:extLst>
              <a:ext uri="{FF2B5EF4-FFF2-40B4-BE49-F238E27FC236}">
                <a16:creationId xmlns:a16="http://schemas.microsoft.com/office/drawing/2014/main" id="{5B977B49-668E-48EC-0CFB-EB9FEDA9ED30}"/>
              </a:ext>
            </a:extLst>
          </p:cNvPr>
          <p:cNvSpPr txBox="1"/>
          <p:nvPr/>
        </p:nvSpPr>
        <p:spPr>
          <a:xfrm>
            <a:off x="718793" y="3768923"/>
            <a:ext cx="6094428" cy="307777"/>
          </a:xfrm>
          <a:prstGeom prst="rect">
            <a:avLst/>
          </a:prstGeom>
          <a:noFill/>
        </p:spPr>
        <p:txBody>
          <a:bodyPr wrap="square">
            <a:spAutoFit/>
          </a:bodyPr>
          <a:lstStyle/>
          <a:p>
            <a:r>
              <a:rPr lang="en-IN" sz="1400" b="1" dirty="0"/>
              <a:t>Output:-</a:t>
            </a:r>
            <a:endParaRPr lang="en-US" sz="1400" b="1" dirty="0"/>
          </a:p>
        </p:txBody>
      </p:sp>
      <p:sp>
        <p:nvSpPr>
          <p:cNvPr id="8" name="Rectangle 7">
            <a:extLst>
              <a:ext uri="{FF2B5EF4-FFF2-40B4-BE49-F238E27FC236}">
                <a16:creationId xmlns:a16="http://schemas.microsoft.com/office/drawing/2014/main" id="{6DF90022-294B-A5F1-B7F0-F0D4E4011687}"/>
              </a:ext>
            </a:extLst>
          </p:cNvPr>
          <p:cNvSpPr/>
          <p:nvPr/>
        </p:nvSpPr>
        <p:spPr>
          <a:xfrm>
            <a:off x="9521072" y="2139885"/>
            <a:ext cx="2433294" cy="16290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Insight :- </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It shows each patient and how many different doctors they have taken appointments with.</a:t>
            </a:r>
          </a:p>
        </p:txBody>
      </p:sp>
    </p:spTree>
    <p:extLst>
      <p:ext uri="{BB962C8B-B14F-4D97-AF65-F5344CB8AC3E}">
        <p14:creationId xmlns:p14="http://schemas.microsoft.com/office/powerpoint/2010/main" val="952980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6E0C87-7080-B678-9559-493EE18A7B16}"/>
              </a:ext>
            </a:extLst>
          </p:cNvPr>
          <p:cNvSpPr txBox="1"/>
          <p:nvPr/>
        </p:nvSpPr>
        <p:spPr>
          <a:xfrm>
            <a:off x="860195" y="775338"/>
            <a:ext cx="9565849"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4. Write a query in SQL to count number of unique patients who got an appointment for examination room C </a:t>
            </a:r>
          </a:p>
        </p:txBody>
      </p:sp>
      <p:pic>
        <p:nvPicPr>
          <p:cNvPr id="5" name="Picture 4">
            <a:extLst>
              <a:ext uri="{FF2B5EF4-FFF2-40B4-BE49-F238E27FC236}">
                <a16:creationId xmlns:a16="http://schemas.microsoft.com/office/drawing/2014/main" id="{09965C16-F677-A7EB-E905-66A443AFE804}"/>
              </a:ext>
            </a:extLst>
          </p:cNvPr>
          <p:cNvPicPr>
            <a:picLocks noChangeAspect="1"/>
          </p:cNvPicPr>
          <p:nvPr/>
        </p:nvPicPr>
        <p:blipFill>
          <a:blip r:embed="rId2"/>
          <a:stretch>
            <a:fillRect/>
          </a:stretch>
        </p:blipFill>
        <p:spPr>
          <a:xfrm>
            <a:off x="860195" y="1421669"/>
            <a:ext cx="8656752" cy="1472360"/>
          </a:xfrm>
          <a:prstGeom prst="rect">
            <a:avLst/>
          </a:prstGeom>
        </p:spPr>
      </p:pic>
      <p:pic>
        <p:nvPicPr>
          <p:cNvPr id="7" name="Picture 6">
            <a:extLst>
              <a:ext uri="{FF2B5EF4-FFF2-40B4-BE49-F238E27FC236}">
                <a16:creationId xmlns:a16="http://schemas.microsoft.com/office/drawing/2014/main" id="{D275EBDC-E3AB-5E9F-B437-D14A33CD6F53}"/>
              </a:ext>
            </a:extLst>
          </p:cNvPr>
          <p:cNvPicPr>
            <a:picLocks noChangeAspect="1"/>
          </p:cNvPicPr>
          <p:nvPr/>
        </p:nvPicPr>
        <p:blipFill>
          <a:blip r:embed="rId3"/>
          <a:stretch>
            <a:fillRect/>
          </a:stretch>
        </p:blipFill>
        <p:spPr>
          <a:xfrm>
            <a:off x="2733232" y="3540359"/>
            <a:ext cx="4513624" cy="1804639"/>
          </a:xfrm>
          <a:prstGeom prst="rect">
            <a:avLst/>
          </a:prstGeom>
        </p:spPr>
      </p:pic>
      <p:sp>
        <p:nvSpPr>
          <p:cNvPr id="9" name="TextBox 8">
            <a:extLst>
              <a:ext uri="{FF2B5EF4-FFF2-40B4-BE49-F238E27FC236}">
                <a16:creationId xmlns:a16="http://schemas.microsoft.com/office/drawing/2014/main" id="{C99828D6-EF5F-EB1F-2024-D5E9BBB447A4}"/>
              </a:ext>
            </a:extLst>
          </p:cNvPr>
          <p:cNvSpPr txBox="1"/>
          <p:nvPr/>
        </p:nvSpPr>
        <p:spPr>
          <a:xfrm>
            <a:off x="1152427" y="3121223"/>
            <a:ext cx="6094428" cy="307777"/>
          </a:xfrm>
          <a:prstGeom prst="rect">
            <a:avLst/>
          </a:prstGeom>
          <a:noFill/>
        </p:spPr>
        <p:txBody>
          <a:bodyPr wrap="square">
            <a:spAutoFit/>
          </a:bodyPr>
          <a:lstStyle/>
          <a:p>
            <a:r>
              <a:rPr lang="en-IN" sz="1400" b="1" dirty="0"/>
              <a:t>Output:-</a:t>
            </a:r>
            <a:endParaRPr lang="en-US" sz="1400" b="1" dirty="0"/>
          </a:p>
        </p:txBody>
      </p:sp>
      <p:sp>
        <p:nvSpPr>
          <p:cNvPr id="2" name="Rectangle 1">
            <a:extLst>
              <a:ext uri="{FF2B5EF4-FFF2-40B4-BE49-F238E27FC236}">
                <a16:creationId xmlns:a16="http://schemas.microsoft.com/office/drawing/2014/main" id="{4788591E-0A0A-BC57-ADDD-CC3C19308397}"/>
              </a:ext>
            </a:extLst>
          </p:cNvPr>
          <p:cNvSpPr/>
          <p:nvPr/>
        </p:nvSpPr>
        <p:spPr>
          <a:xfrm>
            <a:off x="8691513" y="2894029"/>
            <a:ext cx="2960017" cy="20267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Insight :-</a:t>
            </a:r>
          </a:p>
          <a:p>
            <a:pPr algn="ctr"/>
            <a:r>
              <a:rPr lang="en-US" sz="1600" b="1" dirty="0">
                <a:latin typeface="Calibri" panose="020F0502020204030204" pitchFamily="34" charset="0"/>
                <a:ea typeface="Calibri" panose="020F0502020204030204" pitchFamily="34" charset="0"/>
                <a:cs typeface="Calibri" panose="020F0502020204030204" pitchFamily="34" charset="0"/>
              </a:rPr>
              <a:t>There are 3 unique patients who had appointments in Room C.</a:t>
            </a:r>
          </a:p>
        </p:txBody>
      </p:sp>
    </p:spTree>
    <p:extLst>
      <p:ext uri="{BB962C8B-B14F-4D97-AF65-F5344CB8AC3E}">
        <p14:creationId xmlns:p14="http://schemas.microsoft.com/office/powerpoint/2010/main" val="1088766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77B0CB-F788-C513-C5E4-5445DE51EC65}"/>
              </a:ext>
            </a:extLst>
          </p:cNvPr>
          <p:cNvSpPr txBox="1"/>
          <p:nvPr/>
        </p:nvSpPr>
        <p:spPr>
          <a:xfrm>
            <a:off x="907329" y="803619"/>
            <a:ext cx="9000241"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5. Write a query in SQL to find the name of the patients and the number of the room where they have to go for their treatment</a:t>
            </a:r>
          </a:p>
        </p:txBody>
      </p:sp>
      <p:pic>
        <p:nvPicPr>
          <p:cNvPr id="5" name="Picture 4">
            <a:extLst>
              <a:ext uri="{FF2B5EF4-FFF2-40B4-BE49-F238E27FC236}">
                <a16:creationId xmlns:a16="http://schemas.microsoft.com/office/drawing/2014/main" id="{783DDAD4-D8AF-FDD5-AE79-B76422B4FC0E}"/>
              </a:ext>
            </a:extLst>
          </p:cNvPr>
          <p:cNvPicPr>
            <a:picLocks noChangeAspect="1"/>
          </p:cNvPicPr>
          <p:nvPr/>
        </p:nvPicPr>
        <p:blipFill>
          <a:blip r:embed="rId2"/>
          <a:stretch>
            <a:fillRect/>
          </a:stretch>
        </p:blipFill>
        <p:spPr>
          <a:xfrm>
            <a:off x="907329" y="1731635"/>
            <a:ext cx="7963294" cy="1878831"/>
          </a:xfrm>
          <a:prstGeom prst="rect">
            <a:avLst/>
          </a:prstGeom>
        </p:spPr>
      </p:pic>
      <p:sp>
        <p:nvSpPr>
          <p:cNvPr id="7" name="TextBox 6">
            <a:extLst>
              <a:ext uri="{FF2B5EF4-FFF2-40B4-BE49-F238E27FC236}">
                <a16:creationId xmlns:a16="http://schemas.microsoft.com/office/drawing/2014/main" id="{9B5A1FA7-1431-288B-1DD5-99930811FEB4}"/>
              </a:ext>
            </a:extLst>
          </p:cNvPr>
          <p:cNvSpPr txBox="1"/>
          <p:nvPr/>
        </p:nvSpPr>
        <p:spPr>
          <a:xfrm>
            <a:off x="992172" y="3738262"/>
            <a:ext cx="6094428" cy="307777"/>
          </a:xfrm>
          <a:prstGeom prst="rect">
            <a:avLst/>
          </a:prstGeom>
          <a:noFill/>
        </p:spPr>
        <p:txBody>
          <a:bodyPr wrap="square">
            <a:spAutoFit/>
          </a:bodyPr>
          <a:lstStyle/>
          <a:p>
            <a:r>
              <a:rPr lang="en-IN" sz="1400" b="1" dirty="0"/>
              <a:t>Output:-</a:t>
            </a:r>
            <a:endParaRPr lang="en-US" sz="1400" b="1" dirty="0"/>
          </a:p>
        </p:txBody>
      </p:sp>
      <p:pic>
        <p:nvPicPr>
          <p:cNvPr id="9" name="Picture 8">
            <a:extLst>
              <a:ext uri="{FF2B5EF4-FFF2-40B4-BE49-F238E27FC236}">
                <a16:creationId xmlns:a16="http://schemas.microsoft.com/office/drawing/2014/main" id="{9DD41FA3-2B99-008E-4636-D88D64239657}"/>
              </a:ext>
            </a:extLst>
          </p:cNvPr>
          <p:cNvPicPr>
            <a:picLocks noChangeAspect="1"/>
          </p:cNvPicPr>
          <p:nvPr/>
        </p:nvPicPr>
        <p:blipFill>
          <a:blip r:embed="rId3"/>
          <a:stretch>
            <a:fillRect/>
          </a:stretch>
        </p:blipFill>
        <p:spPr>
          <a:xfrm>
            <a:off x="2222908" y="4173835"/>
            <a:ext cx="4314825" cy="1476375"/>
          </a:xfrm>
          <a:prstGeom prst="rect">
            <a:avLst/>
          </a:prstGeom>
        </p:spPr>
      </p:pic>
      <p:sp>
        <p:nvSpPr>
          <p:cNvPr id="2" name="Rectangle 1">
            <a:extLst>
              <a:ext uri="{FF2B5EF4-FFF2-40B4-BE49-F238E27FC236}">
                <a16:creationId xmlns:a16="http://schemas.microsoft.com/office/drawing/2014/main" id="{F2707267-CB21-FCE0-5228-77FE9B7B77B0}"/>
              </a:ext>
            </a:extLst>
          </p:cNvPr>
          <p:cNvSpPr/>
          <p:nvPr/>
        </p:nvSpPr>
        <p:spPr>
          <a:xfrm>
            <a:off x="8964890" y="3525624"/>
            <a:ext cx="2489463" cy="16333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Insight :-</a:t>
            </a:r>
          </a:p>
          <a:p>
            <a:endParaRPr lang="en-US" sz="1600" b="1" dirty="0">
              <a:latin typeface="Calibri" panose="020F0502020204030204" pitchFamily="34" charset="0"/>
              <a:ea typeface="Calibri" panose="020F0502020204030204" pitchFamily="34" charset="0"/>
              <a:cs typeface="Calibri" panose="020F0502020204030204" pitchFamily="34" charset="0"/>
            </a:endParaRPr>
          </a:p>
          <a:p>
            <a:r>
              <a:rPr lang="en-US" sz="1600" b="1" dirty="0">
                <a:latin typeface="Calibri" panose="020F0502020204030204" pitchFamily="34" charset="0"/>
                <a:ea typeface="Calibri" panose="020F0502020204030204" pitchFamily="34" charset="0"/>
                <a:cs typeface="Calibri" panose="020F0502020204030204" pitchFamily="34" charset="0"/>
              </a:rPr>
              <a:t> It shows how many different examination rooms each patient has visited.</a:t>
            </a:r>
          </a:p>
        </p:txBody>
      </p:sp>
    </p:spTree>
    <p:extLst>
      <p:ext uri="{BB962C8B-B14F-4D97-AF65-F5344CB8AC3E}">
        <p14:creationId xmlns:p14="http://schemas.microsoft.com/office/powerpoint/2010/main" val="3437588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C93CE2-5398-F562-FC51-D22D6EC11EC3}"/>
              </a:ext>
            </a:extLst>
          </p:cNvPr>
          <p:cNvSpPr txBox="1"/>
          <p:nvPr/>
        </p:nvSpPr>
        <p:spPr>
          <a:xfrm>
            <a:off x="907331" y="869606"/>
            <a:ext cx="8594888"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6. Write a query in SQL to find the name of the nurses and the room scheduled, where they will assist the physicians.</a:t>
            </a:r>
          </a:p>
        </p:txBody>
      </p:sp>
      <p:pic>
        <p:nvPicPr>
          <p:cNvPr id="5" name="Picture 4">
            <a:extLst>
              <a:ext uri="{FF2B5EF4-FFF2-40B4-BE49-F238E27FC236}">
                <a16:creationId xmlns:a16="http://schemas.microsoft.com/office/drawing/2014/main" id="{1D4CED44-1DDD-57C2-2CFB-5448DD731CD5}"/>
              </a:ext>
            </a:extLst>
          </p:cNvPr>
          <p:cNvPicPr>
            <a:picLocks noChangeAspect="1"/>
          </p:cNvPicPr>
          <p:nvPr/>
        </p:nvPicPr>
        <p:blipFill>
          <a:blip r:embed="rId2"/>
          <a:stretch>
            <a:fillRect/>
          </a:stretch>
        </p:blipFill>
        <p:spPr>
          <a:xfrm>
            <a:off x="811147" y="1774695"/>
            <a:ext cx="7616416" cy="1486979"/>
          </a:xfrm>
          <a:prstGeom prst="rect">
            <a:avLst/>
          </a:prstGeom>
        </p:spPr>
      </p:pic>
      <p:sp>
        <p:nvSpPr>
          <p:cNvPr id="7" name="TextBox 6">
            <a:extLst>
              <a:ext uri="{FF2B5EF4-FFF2-40B4-BE49-F238E27FC236}">
                <a16:creationId xmlns:a16="http://schemas.microsoft.com/office/drawing/2014/main" id="{37DB6927-04B8-6CE0-F2AD-44CFBDBC9684}"/>
              </a:ext>
            </a:extLst>
          </p:cNvPr>
          <p:cNvSpPr txBox="1"/>
          <p:nvPr/>
        </p:nvSpPr>
        <p:spPr>
          <a:xfrm>
            <a:off x="907331" y="3372439"/>
            <a:ext cx="6094428" cy="307777"/>
          </a:xfrm>
          <a:prstGeom prst="rect">
            <a:avLst/>
          </a:prstGeom>
          <a:noFill/>
        </p:spPr>
        <p:txBody>
          <a:bodyPr wrap="square">
            <a:spAutoFit/>
          </a:bodyPr>
          <a:lstStyle/>
          <a:p>
            <a:r>
              <a:rPr lang="en-IN" sz="1400" b="1" dirty="0"/>
              <a:t>Output:-</a:t>
            </a:r>
            <a:endParaRPr lang="en-US" sz="1400" b="1" dirty="0"/>
          </a:p>
        </p:txBody>
      </p:sp>
      <p:pic>
        <p:nvPicPr>
          <p:cNvPr id="9" name="Picture 8">
            <a:extLst>
              <a:ext uri="{FF2B5EF4-FFF2-40B4-BE49-F238E27FC236}">
                <a16:creationId xmlns:a16="http://schemas.microsoft.com/office/drawing/2014/main" id="{4FAC3B5C-AABB-F53A-C857-FAD19D961E63}"/>
              </a:ext>
            </a:extLst>
          </p:cNvPr>
          <p:cNvPicPr>
            <a:picLocks noChangeAspect="1"/>
          </p:cNvPicPr>
          <p:nvPr/>
        </p:nvPicPr>
        <p:blipFill>
          <a:blip r:embed="rId3"/>
          <a:stretch>
            <a:fillRect/>
          </a:stretch>
        </p:blipFill>
        <p:spPr>
          <a:xfrm>
            <a:off x="1884476" y="3790981"/>
            <a:ext cx="4535177" cy="1895475"/>
          </a:xfrm>
          <a:prstGeom prst="rect">
            <a:avLst/>
          </a:prstGeom>
        </p:spPr>
      </p:pic>
      <p:sp>
        <p:nvSpPr>
          <p:cNvPr id="2" name="Rectangle 1">
            <a:extLst>
              <a:ext uri="{FF2B5EF4-FFF2-40B4-BE49-F238E27FC236}">
                <a16:creationId xmlns:a16="http://schemas.microsoft.com/office/drawing/2014/main" id="{023485E0-271E-EA58-B461-F5A3C446B3DF}"/>
              </a:ext>
            </a:extLst>
          </p:cNvPr>
          <p:cNvSpPr/>
          <p:nvPr/>
        </p:nvSpPr>
        <p:spPr>
          <a:xfrm>
            <a:off x="8587819" y="2535810"/>
            <a:ext cx="2479249" cy="22435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Insight :- </a:t>
            </a:r>
          </a:p>
          <a:p>
            <a:r>
              <a:rPr lang="en-US" sz="1600" b="1" dirty="0">
                <a:latin typeface="Calibri" panose="020F0502020204030204" pitchFamily="34" charset="0"/>
                <a:ea typeface="Calibri" panose="020F0502020204030204" pitchFamily="34" charset="0"/>
                <a:cs typeface="Calibri" panose="020F0502020204030204" pitchFamily="34" charset="0"/>
              </a:rPr>
              <a:t>It shows which nurses assisted physicians and the examination rooms where they were scheduled.</a:t>
            </a:r>
          </a:p>
        </p:txBody>
      </p:sp>
    </p:spTree>
    <p:extLst>
      <p:ext uri="{BB962C8B-B14F-4D97-AF65-F5344CB8AC3E}">
        <p14:creationId xmlns:p14="http://schemas.microsoft.com/office/powerpoint/2010/main" val="3518555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7B23B7-63AF-4283-C8E1-098EA4501DF4}"/>
              </a:ext>
            </a:extLst>
          </p:cNvPr>
          <p:cNvSpPr txBox="1"/>
          <p:nvPr/>
        </p:nvSpPr>
        <p:spPr>
          <a:xfrm>
            <a:off x="728220" y="652790"/>
            <a:ext cx="9490435"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7. Write a query in SQL to find the name of patients and their physicians who does not require any assistance of a nurse</a:t>
            </a:r>
          </a:p>
        </p:txBody>
      </p:sp>
      <p:pic>
        <p:nvPicPr>
          <p:cNvPr id="5" name="Picture 4">
            <a:extLst>
              <a:ext uri="{FF2B5EF4-FFF2-40B4-BE49-F238E27FC236}">
                <a16:creationId xmlns:a16="http://schemas.microsoft.com/office/drawing/2014/main" id="{61D5D7C3-20AE-21DA-B788-77FAFDB53EDA}"/>
              </a:ext>
            </a:extLst>
          </p:cNvPr>
          <p:cNvPicPr>
            <a:picLocks noChangeAspect="1"/>
          </p:cNvPicPr>
          <p:nvPr/>
        </p:nvPicPr>
        <p:blipFill>
          <a:blip r:embed="rId2"/>
          <a:stretch>
            <a:fillRect/>
          </a:stretch>
        </p:blipFill>
        <p:spPr>
          <a:xfrm>
            <a:off x="1027423" y="1583605"/>
            <a:ext cx="6645996" cy="1390650"/>
          </a:xfrm>
          <a:prstGeom prst="rect">
            <a:avLst/>
          </a:prstGeom>
        </p:spPr>
      </p:pic>
      <p:pic>
        <p:nvPicPr>
          <p:cNvPr id="7" name="Picture 6">
            <a:extLst>
              <a:ext uri="{FF2B5EF4-FFF2-40B4-BE49-F238E27FC236}">
                <a16:creationId xmlns:a16="http://schemas.microsoft.com/office/drawing/2014/main" id="{544BBF7F-96C9-F389-9D98-DE3F987AFD79}"/>
              </a:ext>
            </a:extLst>
          </p:cNvPr>
          <p:cNvPicPr>
            <a:picLocks noChangeAspect="1"/>
          </p:cNvPicPr>
          <p:nvPr/>
        </p:nvPicPr>
        <p:blipFill>
          <a:blip r:embed="rId3"/>
          <a:stretch>
            <a:fillRect/>
          </a:stretch>
        </p:blipFill>
        <p:spPr>
          <a:xfrm>
            <a:off x="1627498" y="3883742"/>
            <a:ext cx="3695700" cy="1343025"/>
          </a:xfrm>
          <a:prstGeom prst="rect">
            <a:avLst/>
          </a:prstGeom>
        </p:spPr>
      </p:pic>
      <p:sp>
        <p:nvSpPr>
          <p:cNvPr id="9" name="TextBox 8">
            <a:extLst>
              <a:ext uri="{FF2B5EF4-FFF2-40B4-BE49-F238E27FC236}">
                <a16:creationId xmlns:a16="http://schemas.microsoft.com/office/drawing/2014/main" id="{5015CA13-734F-E0A0-D861-8984C0A4042E}"/>
              </a:ext>
            </a:extLst>
          </p:cNvPr>
          <p:cNvSpPr txBox="1"/>
          <p:nvPr/>
        </p:nvSpPr>
        <p:spPr>
          <a:xfrm>
            <a:off x="728220" y="3275110"/>
            <a:ext cx="6094428" cy="307777"/>
          </a:xfrm>
          <a:prstGeom prst="rect">
            <a:avLst/>
          </a:prstGeom>
          <a:noFill/>
        </p:spPr>
        <p:txBody>
          <a:bodyPr wrap="square">
            <a:spAutoFit/>
          </a:bodyPr>
          <a:lstStyle/>
          <a:p>
            <a:r>
              <a:rPr lang="en-IN" sz="1400" b="1" dirty="0"/>
              <a:t>Output:-</a:t>
            </a:r>
            <a:endParaRPr lang="en-US" sz="1400" b="1" dirty="0"/>
          </a:p>
        </p:txBody>
      </p:sp>
      <p:sp>
        <p:nvSpPr>
          <p:cNvPr id="2" name="Rectangle 1">
            <a:extLst>
              <a:ext uri="{FF2B5EF4-FFF2-40B4-BE49-F238E27FC236}">
                <a16:creationId xmlns:a16="http://schemas.microsoft.com/office/drawing/2014/main" id="{AB931A02-9CEB-3784-7E00-CFE2B9CEED64}"/>
              </a:ext>
            </a:extLst>
          </p:cNvPr>
          <p:cNvSpPr/>
          <p:nvPr/>
        </p:nvSpPr>
        <p:spPr>
          <a:xfrm>
            <a:off x="8100864" y="3129699"/>
            <a:ext cx="2796521" cy="18758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Insight :-</a:t>
            </a:r>
          </a:p>
          <a:p>
            <a:r>
              <a:rPr lang="en-US" sz="1600" b="1" dirty="0">
                <a:latin typeface="Calibri" panose="020F0502020204030204" pitchFamily="34" charset="0"/>
                <a:ea typeface="Calibri" panose="020F0502020204030204" pitchFamily="34" charset="0"/>
                <a:cs typeface="Calibri" panose="020F0502020204030204" pitchFamily="34" charset="0"/>
              </a:rPr>
              <a:t> </a:t>
            </a:r>
          </a:p>
          <a:p>
            <a:r>
              <a:rPr lang="en-US" sz="1600" b="1" dirty="0">
                <a:latin typeface="Calibri" panose="020F0502020204030204" pitchFamily="34" charset="0"/>
                <a:ea typeface="Calibri" panose="020F0502020204030204" pitchFamily="34" charset="0"/>
                <a:cs typeface="Calibri" panose="020F0502020204030204" pitchFamily="34" charset="0"/>
              </a:rPr>
              <a:t>It shows patients and doctors where no nurse assistance was involved during the appointment</a:t>
            </a:r>
            <a:r>
              <a:rPr lang="en-US" dirty="0"/>
              <a:t>.</a:t>
            </a:r>
          </a:p>
        </p:txBody>
      </p:sp>
    </p:spTree>
    <p:extLst>
      <p:ext uri="{BB962C8B-B14F-4D97-AF65-F5344CB8AC3E}">
        <p14:creationId xmlns:p14="http://schemas.microsoft.com/office/powerpoint/2010/main" val="3363660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C75740-3B35-3170-9E46-DC55FDAFF6D4}"/>
              </a:ext>
            </a:extLst>
          </p:cNvPr>
          <p:cNvSpPr txBox="1"/>
          <p:nvPr/>
        </p:nvSpPr>
        <p:spPr>
          <a:xfrm>
            <a:off x="841343" y="784765"/>
            <a:ext cx="8312084" cy="646331"/>
          </a:xfrm>
          <a:prstGeom prst="rect">
            <a:avLst/>
          </a:prstGeom>
          <a:noFill/>
        </p:spPr>
        <p:txBody>
          <a:bodyPr wrap="square">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8. Write a query in SQL to find the name of the patients, their treating physicians and medication</a:t>
            </a:r>
          </a:p>
        </p:txBody>
      </p:sp>
      <p:pic>
        <p:nvPicPr>
          <p:cNvPr id="5" name="Picture 4">
            <a:extLst>
              <a:ext uri="{FF2B5EF4-FFF2-40B4-BE49-F238E27FC236}">
                <a16:creationId xmlns:a16="http://schemas.microsoft.com/office/drawing/2014/main" id="{400F7FCD-B1B3-4F2F-2109-94160C74CDF9}"/>
              </a:ext>
            </a:extLst>
          </p:cNvPr>
          <p:cNvPicPr>
            <a:picLocks noChangeAspect="1"/>
          </p:cNvPicPr>
          <p:nvPr/>
        </p:nvPicPr>
        <p:blipFill>
          <a:blip r:embed="rId2"/>
          <a:stretch>
            <a:fillRect/>
          </a:stretch>
        </p:blipFill>
        <p:spPr>
          <a:xfrm>
            <a:off x="819346" y="1431096"/>
            <a:ext cx="7381973" cy="1247775"/>
          </a:xfrm>
          <a:prstGeom prst="rect">
            <a:avLst/>
          </a:prstGeom>
        </p:spPr>
      </p:pic>
      <p:sp>
        <p:nvSpPr>
          <p:cNvPr id="7" name="TextBox 6">
            <a:extLst>
              <a:ext uri="{FF2B5EF4-FFF2-40B4-BE49-F238E27FC236}">
                <a16:creationId xmlns:a16="http://schemas.microsoft.com/office/drawing/2014/main" id="{5D505009-9901-E748-1249-72EA0AB3D61F}"/>
              </a:ext>
            </a:extLst>
          </p:cNvPr>
          <p:cNvSpPr txBox="1"/>
          <p:nvPr/>
        </p:nvSpPr>
        <p:spPr>
          <a:xfrm>
            <a:off x="907331" y="3017425"/>
            <a:ext cx="6094428" cy="307777"/>
          </a:xfrm>
          <a:prstGeom prst="rect">
            <a:avLst/>
          </a:prstGeom>
          <a:noFill/>
        </p:spPr>
        <p:txBody>
          <a:bodyPr wrap="square">
            <a:spAutoFit/>
          </a:bodyPr>
          <a:lstStyle/>
          <a:p>
            <a:r>
              <a:rPr lang="en-IN" sz="1400" b="1" dirty="0"/>
              <a:t>Output:-</a:t>
            </a:r>
            <a:endParaRPr lang="en-US" sz="1400" b="1" dirty="0"/>
          </a:p>
        </p:txBody>
      </p:sp>
      <p:pic>
        <p:nvPicPr>
          <p:cNvPr id="9" name="Picture 8">
            <a:extLst>
              <a:ext uri="{FF2B5EF4-FFF2-40B4-BE49-F238E27FC236}">
                <a16:creationId xmlns:a16="http://schemas.microsoft.com/office/drawing/2014/main" id="{B1E51503-C146-52D2-39AE-53C12660A82C}"/>
              </a:ext>
            </a:extLst>
          </p:cNvPr>
          <p:cNvPicPr>
            <a:picLocks noChangeAspect="1"/>
          </p:cNvPicPr>
          <p:nvPr/>
        </p:nvPicPr>
        <p:blipFill>
          <a:blip r:embed="rId3"/>
          <a:stretch>
            <a:fillRect/>
          </a:stretch>
        </p:blipFill>
        <p:spPr>
          <a:xfrm>
            <a:off x="1465131" y="3663756"/>
            <a:ext cx="3190875" cy="1409700"/>
          </a:xfrm>
          <a:prstGeom prst="rect">
            <a:avLst/>
          </a:prstGeom>
        </p:spPr>
      </p:pic>
      <p:sp>
        <p:nvSpPr>
          <p:cNvPr id="2" name="Rectangle 1">
            <a:extLst>
              <a:ext uri="{FF2B5EF4-FFF2-40B4-BE49-F238E27FC236}">
                <a16:creationId xmlns:a16="http://schemas.microsoft.com/office/drawing/2014/main" id="{05F4C503-92ED-D249-622C-D0D1F56D2E0D}"/>
              </a:ext>
            </a:extLst>
          </p:cNvPr>
          <p:cNvSpPr/>
          <p:nvPr/>
        </p:nvSpPr>
        <p:spPr>
          <a:xfrm>
            <a:off x="7795133" y="3017425"/>
            <a:ext cx="2922309" cy="16444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1600" b="1" dirty="0">
                <a:latin typeface="Calibri" panose="020F0502020204030204" pitchFamily="34" charset="0"/>
                <a:ea typeface="Calibri" panose="020F0502020204030204" pitchFamily="34" charset="0"/>
                <a:cs typeface="Calibri" panose="020F0502020204030204" pitchFamily="34" charset="0"/>
              </a:rPr>
              <a:t>Insight :- </a:t>
            </a:r>
          </a:p>
          <a:p>
            <a:r>
              <a:rPr lang="en-US" sz="1600" b="1" dirty="0">
                <a:latin typeface="Calibri" panose="020F0502020204030204" pitchFamily="34" charset="0"/>
                <a:ea typeface="Calibri" panose="020F0502020204030204" pitchFamily="34" charset="0"/>
                <a:cs typeface="Calibri" panose="020F0502020204030204" pitchFamily="34" charset="0"/>
              </a:rPr>
              <a:t>It shows which doctor prescribed medication to each patient.</a:t>
            </a:r>
          </a:p>
        </p:txBody>
      </p:sp>
    </p:spTree>
    <p:extLst>
      <p:ext uri="{BB962C8B-B14F-4D97-AF65-F5344CB8AC3E}">
        <p14:creationId xmlns:p14="http://schemas.microsoft.com/office/powerpoint/2010/main" val="2396522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C3004D-F61B-B347-1D8E-9420A07AA9A4}"/>
              </a:ext>
            </a:extLst>
          </p:cNvPr>
          <p:cNvSpPr txBox="1"/>
          <p:nvPr/>
        </p:nvSpPr>
        <p:spPr>
          <a:xfrm>
            <a:off x="801277" y="788068"/>
            <a:ext cx="4279769" cy="400110"/>
          </a:xfrm>
          <a:prstGeom prst="rect">
            <a:avLst/>
          </a:prstGeom>
          <a:noFill/>
        </p:spPr>
        <p:txBody>
          <a:bodyPr wrap="square" rtlCol="0">
            <a:spAutoFit/>
          </a:bodyPr>
          <a:lstStyle/>
          <a:p>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Business Insights &amp; Conclusions</a:t>
            </a:r>
          </a:p>
        </p:txBody>
      </p:sp>
      <p:sp>
        <p:nvSpPr>
          <p:cNvPr id="6" name="TextBox 5">
            <a:extLst>
              <a:ext uri="{FF2B5EF4-FFF2-40B4-BE49-F238E27FC236}">
                <a16:creationId xmlns:a16="http://schemas.microsoft.com/office/drawing/2014/main" id="{40695D27-039D-5B90-DF20-8BE5D6197E25}"/>
              </a:ext>
            </a:extLst>
          </p:cNvPr>
          <p:cNvSpPr txBox="1"/>
          <p:nvPr/>
        </p:nvSpPr>
        <p:spPr>
          <a:xfrm>
            <a:off x="933253" y="1375789"/>
            <a:ext cx="2696066" cy="369332"/>
          </a:xfrm>
          <a:prstGeom prst="rect">
            <a:avLst/>
          </a:prstGeom>
          <a:noFill/>
        </p:spPr>
        <p:txBody>
          <a:bodyPr wrap="square" rtlCol="0">
            <a:spAutoFit/>
          </a:bodyPr>
          <a:lstStyle/>
          <a:p>
            <a:r>
              <a:rPr lang="en-US" sz="1800" b="1" dirty="0">
                <a:latin typeface="Calibri" panose="020F0502020204030204" pitchFamily="34" charset="0"/>
                <a:ea typeface="Calibri" panose="020F0502020204030204" pitchFamily="34" charset="0"/>
                <a:cs typeface="Calibri" panose="020F0502020204030204" pitchFamily="34" charset="0"/>
              </a:rPr>
              <a:t>Key Business Insights</a:t>
            </a:r>
          </a:p>
        </p:txBody>
      </p:sp>
      <p:sp>
        <p:nvSpPr>
          <p:cNvPr id="7" name="TextBox 6">
            <a:extLst>
              <a:ext uri="{FF2B5EF4-FFF2-40B4-BE49-F238E27FC236}">
                <a16:creationId xmlns:a16="http://schemas.microsoft.com/office/drawing/2014/main" id="{E734606C-BF3C-DA96-95E8-8D15B32436F4}"/>
              </a:ext>
            </a:extLst>
          </p:cNvPr>
          <p:cNvSpPr txBox="1"/>
          <p:nvPr/>
        </p:nvSpPr>
        <p:spPr>
          <a:xfrm>
            <a:off x="1791092" y="2136338"/>
            <a:ext cx="7777114" cy="2585323"/>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Identified patient-doctor relationships and treatment history.</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Tracked room utilization and availability across blocks and floors.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Analyzed nurse involvement in procedures and appointments.</a:t>
            </a:r>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Monitored physician certifications and compliance.</a:t>
            </a:r>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Evaluated appointment patterns and patient flow.</a:t>
            </a:r>
          </a:p>
        </p:txBody>
      </p:sp>
    </p:spTree>
    <p:extLst>
      <p:ext uri="{BB962C8B-B14F-4D97-AF65-F5344CB8AC3E}">
        <p14:creationId xmlns:p14="http://schemas.microsoft.com/office/powerpoint/2010/main" val="992804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D94997-8E5C-F0DC-C761-2878B181C52C}"/>
              </a:ext>
            </a:extLst>
          </p:cNvPr>
          <p:cNvSpPr txBox="1"/>
          <p:nvPr/>
        </p:nvSpPr>
        <p:spPr>
          <a:xfrm>
            <a:off x="1882218" y="1649692"/>
            <a:ext cx="8427564" cy="2308324"/>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 centralized hospital database significantly improves operational efficiency.</a:t>
            </a:r>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SQL-based analysis supports data-driven healthcare decisions.</a:t>
            </a:r>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system ensures better resource utilization and patient care quality.</a:t>
            </a:r>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This project demonstrates how databases solve real-world healthcare problems.</a:t>
            </a:r>
          </a:p>
          <a:p>
            <a:pPr marL="285750" indent="-285750">
              <a:buFont typeface="Arial" panose="020B0604020202020204" pitchFamily="34" charset="0"/>
              <a:buChar char="•"/>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2D30DED-9554-88A7-6D99-88A81BBC1A60}"/>
              </a:ext>
            </a:extLst>
          </p:cNvPr>
          <p:cNvSpPr txBox="1"/>
          <p:nvPr/>
        </p:nvSpPr>
        <p:spPr>
          <a:xfrm>
            <a:off x="952107" y="829560"/>
            <a:ext cx="2705493" cy="461665"/>
          </a:xfrm>
          <a:prstGeom prst="rect">
            <a:avLst/>
          </a:prstGeom>
          <a:noFill/>
        </p:spPr>
        <p:txBody>
          <a:bodyPr wrap="square" rtlCol="0">
            <a:spAutoFit/>
          </a:bodyPr>
          <a:lstStyle/>
          <a:p>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4054202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886</Words>
  <Application>Microsoft Office PowerPoint</Application>
  <PresentationFormat>Widescreen</PresentationFormat>
  <Paragraphs>112</Paragraphs>
  <Slides>19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Libre Baskerville</vt:lpstr>
      <vt:lpstr>Calibri</vt:lpstr>
      <vt:lpstr>Lato Black</vt:lpstr>
      <vt:lpstr>Office Theme</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Rushikesh Landge</cp:lastModifiedBy>
  <cp:revision>1</cp:revision>
  <dcterms:created xsi:type="dcterms:W3CDTF">2021-02-16T05:19:01Z</dcterms:created>
  <dcterms:modified xsi:type="dcterms:W3CDTF">2025-12-19T15:16:23Z</dcterms:modified>
</cp:coreProperties>
</file>